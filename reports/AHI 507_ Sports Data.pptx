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comment2.xml" ContentType="application/vnd.openxmlformats-officedocument.presentationml.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comment3.xml" ContentType="application/vnd.openxmlformats-officedocument.presentationml.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comment4.xml" ContentType="application/vnd.openxmlformats-officedocument.presentationml.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comment5.xml" ContentType="application/vnd.openxmlformats-officedocument.presentationml.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9"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Medium" panose="020B0604020202020204" charset="0"/>
      <p:regular r:id="rId27"/>
      <p:bold r:id="rId28"/>
      <p:italic r:id="rId29"/>
      <p:boldItalic r:id="rId30"/>
    </p:embeddedFont>
    <p:embeddedFont>
      <p:font typeface="Chakra Petch Medium" panose="020B0604020202020204" charset="-34"/>
      <p:regular r:id="rId31"/>
      <p:bold r:id="rId32"/>
      <p:italic r:id="rId33"/>
      <p:boldItalic r:id="rId34"/>
    </p:embeddedFont>
    <p:embeddedFont>
      <p:font typeface="Calibri" panose="020F0502020204030204" pitchFamily="34" charset="0"/>
      <p:regular r:id="rId35"/>
      <p:bold r:id="rId36"/>
      <p:italic r:id="rId37"/>
      <p:boldItalic r:id="rId38"/>
    </p:embeddedFont>
    <p:embeddedFont>
      <p:font typeface="DM Sans" panose="020B0604020202020204" charset="0"/>
      <p:regular r:id="rId39"/>
      <p:bold r:id="rId40"/>
      <p:italic r:id="rId41"/>
      <p:boldItalic r:id="rId42"/>
    </p:embeddedFont>
    <p:embeddedFont>
      <p:font typeface="Chakra Petch SemiBold" panose="020B0604020202020204" charset="-34"/>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Yatza Lo" initials="" lastIdx="5" clrIdx="0"/>
  <p:cmAuthor id="1" name="Blanca Chimborazo-Reyes" initials=""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69293C4-B50A-48DD-85F0-280551B3ADED}">
  <a:tblStyle styleId="{A69293C4-B50A-48DD-85F0-280551B3ADE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180" y="33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4" Type="http://schemas.openxmlformats.org/officeDocument/2006/relationships/font" Target="fonts/font1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30T03:15:03.906" idx="1">
    <p:pos x="6000" y="0"/>
    <p:text>_Marked as resolved_</p:text>
  </p:cm>
  <p:cm authorId="0" dt="2025-11-30T04:06:44.936" idx="1">
    <p:pos x="6000" y="0"/>
    <p:text>Introduction - Blanca Chimborazo-Reyes</p:text>
  </p:cm>
  <p:cm authorId="1" dt="2025-11-30T04:06:44.936" idx="2">
    <p:pos x="6000" y="0"/>
    <p:text>_Re-opened_</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5-11-29T23:27:34.381" idx="2">
    <p:pos x="6000" y="0"/>
    <p:text>Methods - Equislaure Gabriel</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5-11-29T22:33:57.001" idx="3">
    <p:pos x="6000" y="0"/>
    <p:text>Key Findings - Nina &amp; Yatza</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5-12-03T18:14:39.326" idx="4">
    <p:pos x="6000" y="0"/>
    <p:text>Practical Application - Katiana</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5-11-29T22:46:56.753" idx="5">
    <p:pos x="6000" y="0"/>
    <p:text>Limitations &amp;  Future Work  - Luke Duggan</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pmc.ncbi.nlm.nih.gov/articles/PMC8488821/#sec1-5" TargetMode="External"/><Relationship Id="rId2" Type="http://schemas.openxmlformats.org/officeDocument/2006/relationships/slide" Target="../slides/slide16.xml"/><Relationship Id="rId1" Type="http://schemas.openxmlformats.org/officeDocument/2006/relationships/notesMaster" Target="../notesMasters/notesMaster1.xml"/><Relationship Id="rId4" Type="http://schemas.openxmlformats.org/officeDocument/2006/relationships/hyperlink" Target="https://colab.research.google.com/drive/1pl6wRVZaPeZ0Pbktx6SGiONwlCW_hQ-0#scrollTo=984c2cd3"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3a0c6913bbf_0_3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3a0c6913bbf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Blanca Notes: </a:t>
            </a:r>
            <a:r>
              <a:rPr lang="en" sz="1200">
                <a:solidFill>
                  <a:schemeClr val="dk1"/>
                </a:solidFill>
                <a:latin typeface="Calibri"/>
                <a:ea typeface="Calibri"/>
                <a:cs typeface="Calibri"/>
                <a:sym typeface="Calibri"/>
              </a:rPr>
              <a:t>Good evening, everyone. I’m Blanca and this is my team’s sports data analysis.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a0c6913bbf_0_7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a0c6913bbf_0_7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Blanca Notes: </a:t>
            </a:r>
            <a:r>
              <a:rPr lang="en">
                <a:solidFill>
                  <a:schemeClr val="dk1"/>
                </a:solidFill>
              </a:rPr>
              <a:t>We’ll start off with an </a:t>
            </a:r>
            <a:r>
              <a:rPr lang="en" b="1">
                <a:solidFill>
                  <a:schemeClr val="dk1"/>
                </a:solidFill>
              </a:rPr>
              <a:t>Introduction</a:t>
            </a:r>
            <a:r>
              <a:rPr lang="en">
                <a:solidFill>
                  <a:schemeClr val="dk1"/>
                </a:solidFill>
              </a:rPr>
              <a:t> then we’ll dive into </a:t>
            </a:r>
            <a:r>
              <a:rPr lang="en" b="1">
                <a:solidFill>
                  <a:schemeClr val="dk1"/>
                </a:solidFill>
              </a:rPr>
              <a:t>Methods</a:t>
            </a:r>
            <a:r>
              <a:rPr lang="en">
                <a:solidFill>
                  <a:schemeClr val="dk1"/>
                </a:solidFill>
              </a:rPr>
              <a:t>, </a:t>
            </a:r>
            <a:r>
              <a:rPr lang="en" b="1">
                <a:solidFill>
                  <a:schemeClr val="dk1"/>
                </a:solidFill>
              </a:rPr>
              <a:t>Key Findings, Practical Applications</a:t>
            </a:r>
            <a:r>
              <a:rPr lang="en">
                <a:solidFill>
                  <a:schemeClr val="dk1"/>
                </a:solidFill>
              </a:rPr>
              <a:t> and finally, the Limitations we encountered and our recommendations for Future Work. </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a0c6913bbf_0_7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3a0c6913bbf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Blanca Notes: Our Hypothesis was: Would players with higher asymmetry differences between both sides for torque and max force affect acceleration load and distance total results?</a:t>
            </a:r>
            <a:endParaRPr/>
          </a:p>
          <a:p>
            <a:pPr marL="0" lvl="0" indent="0" algn="l" rtl="0">
              <a:lnSpc>
                <a:spcPct val="115000"/>
              </a:lnSpc>
              <a:spcBef>
                <a:spcPts val="1200"/>
              </a:spcBef>
              <a:spcAft>
                <a:spcPts val="0"/>
              </a:spcAft>
              <a:buClr>
                <a:schemeClr val="dk1"/>
              </a:buClr>
              <a:buSzPts val="1100"/>
              <a:buFont typeface="Arial"/>
              <a:buNone/>
            </a:pPr>
            <a:r>
              <a:rPr lang="en"/>
              <a:t>This directed our research question which is: Could these key indicators be used to determine a player’s risk of injury?</a:t>
            </a:r>
            <a:endParaRPr/>
          </a:p>
          <a:p>
            <a:pPr marL="0" lvl="0" indent="0" algn="l" rtl="0">
              <a:lnSpc>
                <a:spcPct val="115000"/>
              </a:lnSpc>
              <a:spcBef>
                <a:spcPts val="1200"/>
              </a:spcBef>
              <a:spcAft>
                <a:spcPts val="0"/>
              </a:spcAft>
              <a:buClr>
                <a:schemeClr val="dk1"/>
              </a:buClr>
              <a:buSzPts val="1100"/>
              <a:buFont typeface="Arial"/>
              <a:buNone/>
            </a:pPr>
            <a:r>
              <a:rPr lang="en"/>
              <a:t>This matters because multiple studies suggest that higher asymmetry differences between left and right-side measurements of torque and max force correlate with an increased risk of injury</a:t>
            </a:r>
            <a:endParaRPr/>
          </a:p>
          <a:p>
            <a:pPr marL="0" lvl="0" indent="0" algn="l" rtl="0">
              <a:spcBef>
                <a:spcPts val="120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a55ae52f1e_19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3a55ae52f1e_19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a:t>Blanca Notes: To test our hypothesis, we observed left and right max force and torque from Vald as well as accel load accum and distance total from Kinexon</a:t>
            </a:r>
            <a:endParaRPr/>
          </a:p>
          <a:p>
            <a:pPr marL="0" lvl="0" indent="0" algn="l" rtl="0">
              <a:lnSpc>
                <a:spcPct val="115000"/>
              </a:lnSpc>
              <a:spcBef>
                <a:spcPts val="1200"/>
              </a:spcBef>
              <a:spcAft>
                <a:spcPts val="0"/>
              </a:spcAft>
              <a:buClr>
                <a:schemeClr val="dk1"/>
              </a:buClr>
              <a:buSzPts val="1100"/>
              <a:buFont typeface="Arial"/>
              <a:buNone/>
            </a:pPr>
            <a:r>
              <a:rPr lang="en"/>
              <a:t>Max Force measures the absolute maximum linear force that a muscle or muscle group can produce</a:t>
            </a:r>
            <a:endParaRPr/>
          </a:p>
          <a:p>
            <a:pPr marL="0" lvl="0" indent="0" algn="l" rtl="0">
              <a:lnSpc>
                <a:spcPct val="115000"/>
              </a:lnSpc>
              <a:spcBef>
                <a:spcPts val="1200"/>
              </a:spcBef>
              <a:spcAft>
                <a:spcPts val="0"/>
              </a:spcAft>
              <a:buClr>
                <a:schemeClr val="dk1"/>
              </a:buClr>
              <a:buSzPts val="1100"/>
              <a:buFont typeface="Arial"/>
              <a:buNone/>
            </a:pPr>
            <a:r>
              <a:rPr lang="en"/>
              <a:t>Torque measures the rotational force produced by a muscle group</a:t>
            </a:r>
            <a:endParaRPr/>
          </a:p>
          <a:p>
            <a:pPr marL="0" lvl="0" indent="0" algn="l" rtl="0">
              <a:lnSpc>
                <a:spcPct val="115000"/>
              </a:lnSpc>
              <a:spcBef>
                <a:spcPts val="1200"/>
              </a:spcBef>
              <a:spcAft>
                <a:spcPts val="0"/>
              </a:spcAft>
              <a:buClr>
                <a:schemeClr val="dk1"/>
              </a:buClr>
              <a:buSzPts val="1100"/>
              <a:buFont typeface="Arial"/>
              <a:buNone/>
            </a:pPr>
            <a:r>
              <a:rPr lang="en"/>
              <a:t>Accel load accum, quantifies the total physical stress imposed by a player's repeated changes in velocity</a:t>
            </a:r>
            <a:endParaRPr/>
          </a:p>
          <a:p>
            <a:pPr marL="0" lvl="0" indent="0" algn="l" rtl="0">
              <a:lnSpc>
                <a:spcPct val="115000"/>
              </a:lnSpc>
              <a:spcBef>
                <a:spcPts val="1200"/>
              </a:spcBef>
              <a:spcAft>
                <a:spcPts val="0"/>
              </a:spcAft>
              <a:buClr>
                <a:schemeClr val="dk1"/>
              </a:buClr>
              <a:buSzPts val="1100"/>
              <a:buFont typeface="Arial"/>
              <a:buNone/>
            </a:pPr>
            <a:r>
              <a:rPr lang="en"/>
              <a:t>And Total Distance measures the entire distance a player travels during a competition or training session</a:t>
            </a:r>
            <a:endParaRPr/>
          </a:p>
          <a:p>
            <a:pPr marL="0" lvl="0" indent="0" algn="l" rtl="0">
              <a:lnSpc>
                <a:spcPct val="115000"/>
              </a:lnSpc>
              <a:spcBef>
                <a:spcPts val="1200"/>
              </a:spcBef>
              <a:spcAft>
                <a:spcPts val="0"/>
              </a:spcAft>
              <a:buClr>
                <a:schemeClr val="dk1"/>
              </a:buClr>
              <a:buSzPts val="1100"/>
              <a:buFont typeface="Arial"/>
              <a:buNone/>
            </a:pPr>
            <a:r>
              <a:rPr lang="en"/>
              <a:t>We decided on these metrics because they are widely used in assessing injury risk and player performance</a:t>
            </a:r>
            <a:endParaRPr/>
          </a:p>
          <a:p>
            <a:pPr marL="0" lvl="0" indent="0" algn="l" rtl="0">
              <a:lnSpc>
                <a:spcPct val="115000"/>
              </a:lnSpc>
              <a:spcBef>
                <a:spcPts val="1200"/>
              </a:spcBef>
              <a:spcAft>
                <a:spcPts val="0"/>
              </a:spcAft>
              <a:buClr>
                <a:schemeClr val="dk1"/>
              </a:buClr>
              <a:buSzPts val="1100"/>
              <a:buFont typeface="Arial"/>
              <a:buNone/>
            </a:pPr>
            <a:r>
              <a:rPr lang="en"/>
              <a:t>By using these metrics, we were able to calculate asymmetry and then use the results in a linear regression analysis to look for correlations between these metrics </a:t>
            </a:r>
            <a:endParaRPr/>
          </a:p>
          <a:p>
            <a:pPr marL="0" lvl="0" indent="0" algn="l" rtl="0">
              <a:spcBef>
                <a:spcPts val="120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ab7c52015d_3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ab7c52015d_3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Blanca Notes: </a:t>
            </a:r>
            <a:r>
              <a:rPr lang="en">
                <a:solidFill>
                  <a:schemeClr val="dk1"/>
                </a:solidFill>
              </a:rPr>
              <a:t>Before we could conduct our analysis, we had to derive: </a:t>
            </a:r>
            <a:r>
              <a:rPr lang="en" b="1">
                <a:solidFill>
                  <a:schemeClr val="dk1"/>
                </a:solidFill>
              </a:rPr>
              <a:t>Average Max Force Asymmetry</a:t>
            </a:r>
            <a:r>
              <a:rPr lang="en">
                <a:solidFill>
                  <a:schemeClr val="dk1"/>
                </a:solidFill>
              </a:rPr>
              <a:t> and </a:t>
            </a:r>
            <a:r>
              <a:rPr lang="en" b="1">
                <a:solidFill>
                  <a:schemeClr val="dk1"/>
                </a:solidFill>
              </a:rPr>
              <a:t>Average Torque Asymmetry </a:t>
            </a:r>
            <a:r>
              <a:rPr lang="en">
                <a:solidFill>
                  <a:schemeClr val="dk1"/>
                </a:solidFill>
              </a:rPr>
              <a:t>to be able to quantify asymmetry</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We used the formula pictured here, where L is the left-side and R is the right-side metric to calculate and derive asymmetry in Max Force and Torque</a:t>
            </a:r>
            <a:endParaRPr>
              <a:solidFill>
                <a:schemeClr val="dk1"/>
              </a:solidFill>
            </a:endParaRPr>
          </a:p>
          <a:p>
            <a:pPr marL="0" lvl="0" indent="0" algn="l" rtl="0">
              <a:lnSpc>
                <a:spcPct val="115000"/>
              </a:lnSpc>
              <a:spcBef>
                <a:spcPts val="1200"/>
              </a:spcBef>
              <a:spcAft>
                <a:spcPts val="1200"/>
              </a:spcAft>
              <a:buNone/>
            </a:pPr>
            <a:r>
              <a:rPr lang="en">
                <a:solidFill>
                  <a:schemeClr val="dk1"/>
                </a:solidFill>
              </a:rPr>
              <a:t>Finally, we used those average asymmetry values to create two categorical variables, those being </a:t>
            </a:r>
            <a:r>
              <a:rPr lang="en" b="1">
                <a:solidFill>
                  <a:schemeClr val="dk1"/>
                </a:solidFill>
              </a:rPr>
              <a:t>MaxForce_asymmetry_category</a:t>
            </a:r>
            <a:r>
              <a:rPr lang="en">
                <a:solidFill>
                  <a:schemeClr val="dk1"/>
                </a:solidFill>
              </a:rPr>
              <a:t> and </a:t>
            </a:r>
            <a:r>
              <a:rPr lang="en" b="1">
                <a:solidFill>
                  <a:schemeClr val="dk1"/>
                </a:solidFill>
              </a:rPr>
              <a:t>Torque_asymmetry_category</a:t>
            </a:r>
            <a:r>
              <a:rPr lang="en">
                <a:solidFill>
                  <a:schemeClr val="dk1"/>
                </a:solidFill>
              </a:rPr>
              <a:t>. An absolute asymmetrical percentage value greater than or equal to the 10% was designated as 'High,' and anything below that was considered 'Low.'</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a0c6913bbf_0_9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3a0c6913bbf_0_9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a:solidFill>
                  <a:schemeClr val="dk1"/>
                </a:solidFill>
              </a:rPr>
              <a:t>Notes (Equislaure):</a:t>
            </a:r>
            <a:endParaRPr>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
                <a:solidFill>
                  <a:schemeClr val="dk1"/>
                </a:solidFill>
              </a:rPr>
              <a:t>The methods used in this project included reviewing the raw data to determine which metric had the highest number of recorded values, highlighting and omitting missing data, and re-coding duplicate team names. The process also involved identifying players who were assigned to multiple teams. After determining the most frequently recorded metric, relevant topics in PubMed were explored to support the analysis.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3a55ae52f1e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3a55ae52f1e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a:solidFill>
                  <a:schemeClr val="dk1"/>
                </a:solidFill>
              </a:rPr>
              <a:t>Notes (Equislaure):</a:t>
            </a:r>
            <a:endParaRPr>
              <a:solidFill>
                <a:schemeClr val="dk1"/>
              </a:solidFill>
            </a:endParaRPr>
          </a:p>
          <a:p>
            <a:pPr marL="0" lvl="0" indent="0" algn="l" rtl="0">
              <a:lnSpc>
                <a:spcPct val="115000"/>
              </a:lnSpc>
              <a:spcBef>
                <a:spcPts val="1200"/>
              </a:spcBef>
              <a:spcAft>
                <a:spcPts val="1200"/>
              </a:spcAft>
              <a:buNone/>
            </a:pPr>
            <a:r>
              <a:rPr lang="en">
                <a:solidFill>
                  <a:schemeClr val="dk1"/>
                </a:solidFill>
              </a:rPr>
              <a:t>Descriptive statistics—including means, medians, and ranges—were then calculated to summarize this key metric. Correlation and regression analyses were conducted to examine the relationships between maximum force/torque and accumulated acceleration or distance. Finally, the findings were cross-referenced with the literature review to provide context and strengthen the interpretation of the results.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a84d90a93f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a84d90a9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8-10 nina,slides 11-16 yatza</a:t>
            </a:r>
            <a:endParaRPr/>
          </a:p>
          <a:p>
            <a:pPr marL="0" lvl="0" indent="0" algn="l" rtl="0">
              <a:spcBef>
                <a:spcPts val="0"/>
              </a:spcBef>
              <a:spcAft>
                <a:spcPts val="0"/>
              </a:spcAft>
              <a:buNone/>
            </a:pPr>
            <a:endParaRPr/>
          </a:p>
          <a:p>
            <a:pPr marL="0" lvl="0" indent="0" algn="l" rtl="0">
              <a:spcBef>
                <a:spcPts val="0"/>
              </a:spcBef>
              <a:spcAft>
                <a:spcPts val="0"/>
              </a:spcAft>
              <a:buNone/>
            </a:pPr>
            <a:r>
              <a:rPr lang="en"/>
              <a:t>Regarding our key findings, symmetrical metrics such as torque and max force were recorded on the Vald device whereas acceleration and distance were recorded using kinexon. Primary issue seen across multiple teams is that there is a drastic difference in volume of testing between kinexon and vald device data. As seen on the chart on the left, Kinexon has more predominant volume of data compared to Vald.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3ab7c52015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3ab7c52015d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Difference in testing can also be seen amongst different teams with not just volume of device usage but also with testing behaviors of teams.</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As shown above, Football has the highest use of Vald device across the top 5 primary teams and a higher ratio percentage of Vald data to Kinexon data. But as seen on monthly testing, football has most of its Vald data records during beginning of semesters. </a:t>
            </a:r>
            <a:endParaRPr/>
          </a:p>
          <a:p>
            <a:pPr marL="0" lvl="0" indent="0" algn="l" rtl="0">
              <a:spcBef>
                <a:spcPts val="0"/>
              </a:spcBef>
              <a:spcAft>
                <a:spcPts val="0"/>
              </a:spcAft>
              <a:buNone/>
            </a:pPr>
            <a:endParaRPr/>
          </a:p>
          <a:p>
            <a:pPr marL="0" lvl="0" indent="0" algn="l" rtl="0">
              <a:spcBef>
                <a:spcPts val="0"/>
              </a:spcBef>
              <a:spcAft>
                <a:spcPts val="0"/>
              </a:spcAft>
              <a:buNone/>
            </a:pPr>
            <a:r>
              <a:rPr lang="en"/>
              <a:t>However when compared to women’s soccer, women's soccer conducts more scheduled vald testing. However, key issue with women’s soccer testing behavior is that multiple instances with vald data are recorded without record of kinexon data. This would make it harder to determine correlation between Vald and Kinexon data metrics. </a:t>
            </a:r>
            <a:endParaRPr/>
          </a:p>
          <a:p>
            <a:pPr marL="0" lvl="0" indent="0" algn="l" rtl="0">
              <a:spcBef>
                <a:spcPts val="0"/>
              </a:spcBef>
              <a:spcAft>
                <a:spcPts val="0"/>
              </a:spcAft>
              <a:buNone/>
            </a:pPr>
            <a:endParaRPr/>
          </a:p>
          <a:p>
            <a:pPr marL="0" lvl="0" indent="0" algn="l" rtl="0">
              <a:spcBef>
                <a:spcPts val="0"/>
              </a:spcBef>
              <a:spcAft>
                <a:spcPts val="0"/>
              </a:spcAft>
              <a:buNone/>
            </a:pPr>
            <a:r>
              <a:rPr lang="en"/>
              <a:t>For men’s basketball, testing is slightly more sporadic but has a large amount of kinexon data values collected compared to vald data. Primary pattern is that there is a small amount of data collected for vald that occurs during the beginning of fall semester and at the end of spring semester.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3a84d90a93f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3a84d90a93f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When it comes to evaluation of player performance there is not enough Vald records to make correlation of data for Kinexon. As seen with players 1128 and players 755,  total distance has consistent data but both players have infrequent torque data recordings.</a:t>
            </a:r>
            <a:endParaRPr/>
          </a:p>
          <a:p>
            <a:pPr marL="0" lvl="0" indent="0" algn="l" rtl="0">
              <a:spcBef>
                <a:spcPts val="0"/>
              </a:spcBef>
              <a:spcAft>
                <a:spcPts val="0"/>
              </a:spcAft>
              <a:buNone/>
            </a:pPr>
            <a:endParaRPr/>
          </a:p>
          <a:p>
            <a:pPr marL="0" lvl="0" indent="0" algn="l" rtl="0">
              <a:spcBef>
                <a:spcPts val="0"/>
              </a:spcBef>
              <a:spcAft>
                <a:spcPts val="0"/>
              </a:spcAft>
              <a:buNone/>
            </a:pPr>
            <a:r>
              <a:rPr lang="en"/>
              <a:t>Even though it appears that both total distance for both players decrease as difference in torque increases, this is relatively deceiving due to the lack of vald data and the incline variation. For example when you see player 755’s decline of total distance, it is very minimal when compared to the incline in torque difference overtime. As opposed to player 1128, there is a more pronounced decline in distance but a lower increased average of torque difference. </a:t>
            </a:r>
            <a:endParaRPr/>
          </a:p>
          <a:p>
            <a:pPr marL="0" lvl="0" indent="0" algn="l" rtl="0">
              <a:spcBef>
                <a:spcPts val="0"/>
              </a:spcBef>
              <a:spcAft>
                <a:spcPts val="0"/>
              </a:spcAft>
              <a:buNone/>
            </a:pPr>
            <a:endParaRPr/>
          </a:p>
          <a:p>
            <a:pPr marL="0" lvl="0" indent="0" algn="l" rtl="0">
              <a:spcBef>
                <a:spcPts val="0"/>
              </a:spcBef>
              <a:spcAft>
                <a:spcPts val="0"/>
              </a:spcAft>
              <a:buNone/>
            </a:pPr>
            <a:r>
              <a:rPr lang="en"/>
              <a:t>Similar issue can be see in testing frequency metric across all teams overtime where there is drastically fewer instances that have both vald and kinexon usage.   </a:t>
            </a:r>
            <a:endParaRPr/>
          </a:p>
          <a:p>
            <a:pPr marL="0" lvl="0" indent="0" algn="l" rtl="0">
              <a:spcBef>
                <a:spcPts val="0"/>
              </a:spcBef>
              <a:spcAft>
                <a:spcPts val="0"/>
              </a:spcAft>
              <a:buNone/>
            </a:pPr>
            <a:endParaRPr/>
          </a:p>
          <a:p>
            <a:pPr marL="0" lvl="0" indent="0" algn="l" rtl="0">
              <a:spcBef>
                <a:spcPts val="0"/>
              </a:spcBef>
              <a:spcAft>
                <a:spcPts val="0"/>
              </a:spcAft>
              <a:buNone/>
            </a:pPr>
            <a:r>
              <a:rPr lang="en"/>
              <a:t>Next is Yatza covering statistical analysis of Key findings.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3a55ae52f1e_2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3a55ae52f1e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chemeClr val="dk1"/>
                </a:solidFill>
              </a:rPr>
              <a:t>For our statistical analysis</a:t>
            </a:r>
            <a:endParaRPr b="1">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We began with a t-test, using our performance metric as the independent variable (IV) and our categorical metrics as the dependent variable (DV). We chose this initially because we wanted to determine whether asymmetrical categorization affects acceleration load and total distance. However, many of these tests failed, because each category needs at least two levels to perform a valid evaluation.</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 </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So we then proceeded with our analysis by treating total distance and accumulated load as our dependent variables (DVs), and our asymmetry category as our independent variable (IV). We also calculated the mean of the asymmetry difference to examine whether there were any significant changes between the two groups.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 </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As you can see our mean values show little to minimal differences between the two categorizations.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with T-test very poor results.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Where our P-value ranging from 0.3264 to 0.9979 all greater than 0.05, and Confidence interval all-inclusive of zero indicates no statistical significant difference.</a:t>
            </a: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r>
              <a:rPr lang="en"/>
              <a:t>T-Test Results:</a:t>
            </a:r>
            <a:endParaRPr/>
          </a:p>
          <a:p>
            <a:pPr marL="0" lvl="0" indent="0" algn="l" rtl="0">
              <a:spcBef>
                <a:spcPts val="0"/>
              </a:spcBef>
              <a:spcAft>
                <a:spcPts val="0"/>
              </a:spcAft>
              <a:buNone/>
            </a:pPr>
            <a:endParaRPr/>
          </a:p>
          <a:p>
            <a:pPr marL="457200" lvl="0" indent="0" algn="l" rtl="0">
              <a:spcBef>
                <a:spcPts val="0"/>
              </a:spcBef>
              <a:spcAft>
                <a:spcPts val="0"/>
              </a:spcAft>
              <a:buNone/>
            </a:pPr>
            <a:r>
              <a:rPr lang="en"/>
              <a:t>Metric Comparison                            	P-value</a:t>
            </a:r>
            <a:endParaRPr/>
          </a:p>
          <a:p>
            <a:pPr marL="457200" lvl="0" indent="-298450" algn="l" rtl="0">
              <a:spcBef>
                <a:spcPts val="0"/>
              </a:spcBef>
              <a:spcAft>
                <a:spcPts val="0"/>
              </a:spcAft>
              <a:buSzPts val="1100"/>
              <a:buChar char="●"/>
            </a:pPr>
            <a:r>
              <a:rPr lang="en"/>
              <a:t>Accel Load vs. Torque Asymmetry    	     0.867</a:t>
            </a:r>
            <a:endParaRPr/>
          </a:p>
          <a:p>
            <a:pPr marL="457200" lvl="0" indent="-298450" algn="l" rtl="0">
              <a:lnSpc>
                <a:spcPct val="115000"/>
              </a:lnSpc>
              <a:spcBef>
                <a:spcPts val="0"/>
              </a:spcBef>
              <a:spcAft>
                <a:spcPts val="0"/>
              </a:spcAft>
              <a:buSzPts val="1100"/>
              <a:buChar char="●"/>
            </a:pPr>
            <a:r>
              <a:rPr lang="en"/>
              <a:t>Distance vs. Torque Asymmetry     	     0.326</a:t>
            </a:r>
            <a:endParaRPr/>
          </a:p>
          <a:p>
            <a:pPr marL="457200" lvl="0" indent="-298450" algn="l" rtl="0">
              <a:lnSpc>
                <a:spcPct val="115000"/>
              </a:lnSpc>
              <a:spcBef>
                <a:spcPts val="0"/>
              </a:spcBef>
              <a:spcAft>
                <a:spcPts val="0"/>
              </a:spcAft>
              <a:buSzPts val="1100"/>
              <a:buChar char="●"/>
            </a:pPr>
            <a:r>
              <a:rPr lang="en"/>
              <a:t>Accel Load vs. Max Force Asymmetry    0.998</a:t>
            </a:r>
            <a:endParaRPr/>
          </a:p>
          <a:p>
            <a:pPr marL="457200" lvl="0" indent="-298450" algn="l" rtl="0">
              <a:lnSpc>
                <a:spcPct val="115000"/>
              </a:lnSpc>
              <a:spcBef>
                <a:spcPts val="0"/>
              </a:spcBef>
              <a:spcAft>
                <a:spcPts val="0"/>
              </a:spcAft>
              <a:buSzPts val="1100"/>
              <a:buChar char="●"/>
            </a:pPr>
            <a:r>
              <a:rPr lang="en"/>
              <a:t>Distance vs. Max Force Asymmetry  	     0.420</a:t>
            </a:r>
            <a:endParaRPr/>
          </a:p>
          <a:p>
            <a:pPr marL="45720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ab7c52015d_3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3ab7c52015d_3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Next, we conducted a linear regression to assess whether any of our metrics showed signs of correlation. While some p-values approached 0.05, all R-square values remained very low (much closer to 0 than to 0.30), indicating no meaningful linear correlation could be established.</a:t>
            </a: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3a55ae52f1e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3a55ae52f1e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chemeClr val="dk1"/>
                </a:solidFill>
              </a:rPr>
              <a:t>For our statistical analysis</a:t>
            </a:r>
            <a:endParaRPr b="1">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We began with a t-test, using our performance metric as the independent variable (IV) and our categorical metrics as the dependent variable (DV). We chose this initially because we wanted to determine whether asymmetrical categorization affects acceleration load and total distance. However, many of these tests failed, because each category needs at least two levels to perform a valid evaluation.</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 </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So we then proceeded with our analysis by treating total distance and accumulated load as our dependent variables (DVs), and our asymmetry category as our independent variable (IV). We also calculated the mean of the asymmetry difference to examine whether there were any significant changes between the two groups.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 </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As you can see our mean values show little to minimal differences between the two categorizations.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with T-test very poor results.</a:t>
            </a: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Where our P-value ranging from 0.3264 to 0.9979 all greater than 0.05, and Confidence interval all-inclusive of zero indicates no statistical significant difference.</a:t>
            </a: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r>
              <a:rPr lang="en"/>
              <a:t>T-Test Results:</a:t>
            </a:r>
            <a:endParaRPr/>
          </a:p>
          <a:p>
            <a:pPr marL="0" lvl="0" indent="0" algn="l" rtl="0">
              <a:spcBef>
                <a:spcPts val="0"/>
              </a:spcBef>
              <a:spcAft>
                <a:spcPts val="0"/>
              </a:spcAft>
              <a:buNone/>
            </a:pPr>
            <a:endParaRPr/>
          </a:p>
          <a:p>
            <a:pPr marL="457200" lvl="0" indent="0" algn="l" rtl="0">
              <a:spcBef>
                <a:spcPts val="0"/>
              </a:spcBef>
              <a:spcAft>
                <a:spcPts val="0"/>
              </a:spcAft>
              <a:buNone/>
            </a:pPr>
            <a:r>
              <a:rPr lang="en"/>
              <a:t>Metric Comparison                            	P-value</a:t>
            </a:r>
            <a:endParaRPr/>
          </a:p>
          <a:p>
            <a:pPr marL="457200" lvl="0" indent="-298450" algn="l" rtl="0">
              <a:spcBef>
                <a:spcPts val="0"/>
              </a:spcBef>
              <a:spcAft>
                <a:spcPts val="0"/>
              </a:spcAft>
              <a:buSzPts val="1100"/>
              <a:buChar char="●"/>
            </a:pPr>
            <a:r>
              <a:rPr lang="en"/>
              <a:t>Accel Load vs. Torque Asymmetry    	     0.867</a:t>
            </a:r>
            <a:endParaRPr/>
          </a:p>
          <a:p>
            <a:pPr marL="457200" lvl="0" indent="-298450" algn="l" rtl="0">
              <a:lnSpc>
                <a:spcPct val="115000"/>
              </a:lnSpc>
              <a:spcBef>
                <a:spcPts val="0"/>
              </a:spcBef>
              <a:spcAft>
                <a:spcPts val="0"/>
              </a:spcAft>
              <a:buSzPts val="1100"/>
              <a:buChar char="●"/>
            </a:pPr>
            <a:r>
              <a:rPr lang="en"/>
              <a:t>Distance vs. Torque Asymmetry     	     0.326</a:t>
            </a:r>
            <a:endParaRPr/>
          </a:p>
          <a:p>
            <a:pPr marL="457200" lvl="0" indent="-298450" algn="l" rtl="0">
              <a:lnSpc>
                <a:spcPct val="115000"/>
              </a:lnSpc>
              <a:spcBef>
                <a:spcPts val="0"/>
              </a:spcBef>
              <a:spcAft>
                <a:spcPts val="0"/>
              </a:spcAft>
              <a:buSzPts val="1100"/>
              <a:buChar char="●"/>
            </a:pPr>
            <a:r>
              <a:rPr lang="en"/>
              <a:t>Accel Load vs. Max Force Asymmetry    0.998</a:t>
            </a:r>
            <a:endParaRPr/>
          </a:p>
          <a:p>
            <a:pPr marL="457200" lvl="0" indent="-298450" algn="l" rtl="0">
              <a:lnSpc>
                <a:spcPct val="115000"/>
              </a:lnSpc>
              <a:spcBef>
                <a:spcPts val="0"/>
              </a:spcBef>
              <a:spcAft>
                <a:spcPts val="0"/>
              </a:spcAft>
              <a:buSzPts val="1100"/>
              <a:buChar char="●"/>
            </a:pPr>
            <a:r>
              <a:rPr lang="en"/>
              <a:t>Distance vs. Max Force Asymmetry  	     0.420</a:t>
            </a:r>
            <a:endParaRPr/>
          </a:p>
          <a:p>
            <a:pPr marL="457200" lvl="0" indent="0" algn="l" rtl="0">
              <a:spcBef>
                <a:spcPts val="0"/>
              </a:spcBef>
              <a:spcAft>
                <a:spcPts val="0"/>
              </a:spcAft>
              <a:buNone/>
            </a:pP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146001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3a84d90a93f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3a84d90a93f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a:solidFill>
                  <a:schemeClr val="dk1"/>
                </a:solidFill>
                <a:latin typeface="Calibri"/>
                <a:ea typeface="Calibri"/>
                <a:cs typeface="Calibri"/>
                <a:sym typeface="Calibri"/>
              </a:rPr>
              <a:t>Our literature review indicated athletes with 10-15% asymmetrical difference are at a higher risk of injury.</a:t>
            </a:r>
            <a:endParaRPr>
              <a:solidFill>
                <a:schemeClr val="dk1"/>
              </a:solidFill>
              <a:latin typeface="Calibri"/>
              <a:ea typeface="Calibri"/>
              <a:cs typeface="Calibri"/>
              <a:sym typeface="Calibri"/>
            </a:endParaRPr>
          </a:p>
          <a:p>
            <a:pPr marL="685800" lvl="0" indent="0" algn="l" rtl="0">
              <a:lnSpc>
                <a:spcPct val="115000"/>
              </a:lnSpc>
              <a:spcBef>
                <a:spcPts val="0"/>
              </a:spcBef>
              <a:spcAft>
                <a:spcPts val="0"/>
              </a:spcAft>
              <a:buClr>
                <a:schemeClr val="dk1"/>
              </a:buClr>
              <a:buSzPts val="1100"/>
              <a:buFont typeface="Arial"/>
              <a:buNone/>
            </a:pPr>
            <a:r>
              <a:rPr lang="en">
                <a:solidFill>
                  <a:schemeClr val="dk1"/>
                </a:solidFill>
                <a:latin typeface="Calibri"/>
                <a:ea typeface="Calibri"/>
                <a:cs typeface="Calibri"/>
                <a:sym typeface="Calibri"/>
              </a:rPr>
              <a:t>However the </a:t>
            </a:r>
            <a:r>
              <a:rPr lang="en">
                <a:solidFill>
                  <a:srgbClr val="9C1527"/>
                </a:solidFill>
                <a:latin typeface="Calibri"/>
                <a:ea typeface="Calibri"/>
                <a:cs typeface="Calibri"/>
                <a:sym typeface="Calibri"/>
              </a:rPr>
              <a:t>asymmetrical average from our dataset were all </a:t>
            </a:r>
            <a:r>
              <a:rPr lang="en">
                <a:solidFill>
                  <a:schemeClr val="dk1"/>
                </a:solidFill>
                <a:latin typeface="Calibri"/>
                <a:ea typeface="Calibri"/>
                <a:cs typeface="Calibri"/>
                <a:sym typeface="Calibri"/>
              </a:rPr>
              <a:t>less than 2%, this suggests the majority of our participants displayed mild asymmetric symptoms compared to those flagged in our literature review.</a:t>
            </a:r>
            <a:endParaRPr>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a:solidFill>
                <a:schemeClr val="dk1"/>
              </a:solidFill>
              <a:latin typeface="Calibri"/>
              <a:ea typeface="Calibri"/>
              <a:cs typeface="Calibri"/>
              <a:sym typeface="Calibri"/>
            </a:endParaRPr>
          </a:p>
          <a:p>
            <a:pPr marL="685800" lvl="0" indent="0" algn="l" rtl="0">
              <a:lnSpc>
                <a:spcPct val="115000"/>
              </a:lnSpc>
              <a:spcBef>
                <a:spcPts val="0"/>
              </a:spcBef>
              <a:spcAft>
                <a:spcPts val="0"/>
              </a:spcAft>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3a84d90a93f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3a84d90a93f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0" algn="l" rtl="0">
              <a:lnSpc>
                <a:spcPct val="115000"/>
              </a:lnSpc>
              <a:spcBef>
                <a:spcPts val="0"/>
              </a:spcBef>
              <a:spcAft>
                <a:spcPts val="0"/>
              </a:spcAft>
              <a:buClr>
                <a:schemeClr val="dk1"/>
              </a:buClr>
              <a:buSzPts val="1100"/>
              <a:buFont typeface="Arial"/>
              <a:buNone/>
            </a:pPr>
            <a:r>
              <a:rPr lang="en" b="1">
                <a:solidFill>
                  <a:schemeClr val="dk1"/>
                </a:solidFill>
              </a:rPr>
              <a:t>Why the discrepancy?</a:t>
            </a:r>
            <a:endParaRPr b="1">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We had to scale down many of our records, from 44,314 to 383 records,  due to limited paired data available between bilateral and performance metrics, this reduced our data set to less than 1%. </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Perhaps there are other factors contributing to our weak findings.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For example, our study does not account for athletes’ natural abilities to adapt to asymmetrical differences.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Could there be other key indicators we should be reviewing? One of our PubMed sources indicated that higher accumulated load can increase the risk of injury, suggesting that further analysis is needed to determine correlations.</a:t>
            </a:r>
            <a:endParaRPr>
              <a:solidFill>
                <a:schemeClr val="dk1"/>
              </a:solidFill>
            </a:endParaRPr>
          </a:p>
          <a:p>
            <a:pPr marL="457200" lvl="0" indent="0" algn="l" rtl="0">
              <a:lnSpc>
                <a:spcPct val="115000"/>
              </a:lnSpc>
              <a:spcBef>
                <a:spcPts val="0"/>
              </a:spcBef>
              <a:spcAft>
                <a:spcPts val="0"/>
              </a:spcAft>
              <a:buNone/>
            </a:pP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3a0c6913bbf_0_9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6" name="Google Shape;496;g3a0c6913bbf_0_9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Literature: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Asymmetry</a:t>
            </a:r>
            <a:endParaRPr>
              <a:solidFill>
                <a:schemeClr val="dk1"/>
              </a:solidFill>
            </a:endParaRPr>
          </a:p>
          <a:p>
            <a:pPr marL="0" lvl="0" indent="0" algn="l" rtl="0">
              <a:spcBef>
                <a:spcPts val="0"/>
              </a:spcBef>
              <a:spcAft>
                <a:spcPts val="0"/>
              </a:spcAft>
              <a:buNone/>
            </a:pPr>
            <a:r>
              <a:rPr lang="en">
                <a:solidFill>
                  <a:schemeClr val="dk1"/>
                </a:solidFill>
              </a:rPr>
              <a:t> </a:t>
            </a:r>
            <a:r>
              <a:rPr lang="en" u="sng">
                <a:solidFill>
                  <a:schemeClr val="dk1"/>
                </a:solid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https://pmc.ncbi.nlm.nih.gov/articles/PMC8488821/#sec1-5</a:t>
            </a:r>
            <a:endParaRPr>
              <a:solidFill>
                <a:schemeClr val="dk1"/>
              </a:solidFill>
            </a:endParaRPr>
          </a:p>
          <a:p>
            <a:pPr marL="0" lvl="0" indent="0" algn="l" rtl="0">
              <a:spcBef>
                <a:spcPts val="0"/>
              </a:spcBef>
              <a:spcAft>
                <a:spcPts val="0"/>
              </a:spcAft>
              <a:buNone/>
            </a:pPr>
            <a:r>
              <a:rPr lang="en">
                <a:solidFill>
                  <a:schemeClr val="dk1"/>
                </a:solidFill>
              </a:rPr>
              <a:t>Inactivity:</a:t>
            </a:r>
            <a:endParaRPr>
              <a:solidFill>
                <a:schemeClr val="dk1"/>
              </a:solidFill>
            </a:endParaRPr>
          </a:p>
          <a:p>
            <a:pPr marL="0" lvl="0" indent="0" algn="l" rtl="0">
              <a:lnSpc>
                <a:spcPct val="80000"/>
              </a:lnSpc>
              <a:spcBef>
                <a:spcPts val="0"/>
              </a:spcBef>
              <a:spcAft>
                <a:spcPts val="0"/>
              </a:spcAft>
              <a:buNone/>
            </a:pPr>
            <a:r>
              <a:rPr lang="en" u="sng">
                <a:solidFill>
                  <a:schemeClr val="dk1"/>
                </a:solidFil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https://colab.research.google.com/drive/1pl6wRVZaPeZ0Pbktx6SGiONwlCW_hQ-0#scrollTo=984c2cd3</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3a55ae52f1e_2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3a55ae52f1e_2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Flag system intention:</a:t>
            </a:r>
            <a:endParaRPr/>
          </a:p>
          <a:p>
            <a:pPr marL="457200" lvl="0" indent="-298450" algn="l" rtl="0">
              <a:spcBef>
                <a:spcPts val="0"/>
              </a:spcBef>
              <a:spcAft>
                <a:spcPts val="0"/>
              </a:spcAft>
              <a:buSzPts val="1100"/>
              <a:buAutoNum type="arabicPeriod"/>
            </a:pPr>
            <a:r>
              <a:rPr lang="en"/>
              <a:t>Players: personalized injury risk model. Identify unique player load patterns</a:t>
            </a:r>
            <a:endParaRPr/>
          </a:p>
          <a:p>
            <a:pPr marL="457200" lvl="0" indent="-298450" algn="l" rtl="0">
              <a:spcBef>
                <a:spcPts val="0"/>
              </a:spcBef>
              <a:spcAft>
                <a:spcPts val="0"/>
              </a:spcAft>
              <a:buSzPts val="1100"/>
              <a:buAutoNum type="arabicPeriod"/>
            </a:pPr>
            <a:r>
              <a:rPr lang="en"/>
              <a:t>Coaches/trainers: help with player load management. Protect against fatigue, improve endurance</a:t>
            </a:r>
            <a:endParaRPr/>
          </a:p>
          <a:p>
            <a:pPr marL="0" lvl="0" indent="0" algn="l" rtl="0">
              <a:spcBef>
                <a:spcPts val="0"/>
              </a:spcBef>
              <a:spcAft>
                <a:spcPts val="0"/>
              </a:spcAft>
              <a:buNone/>
            </a:pPr>
            <a:endParaRPr/>
          </a:p>
          <a:p>
            <a:pPr marL="0" lvl="0" indent="0" algn="l" rtl="0">
              <a:spcBef>
                <a:spcPts val="0"/>
              </a:spcBef>
              <a:spcAft>
                <a:spcPts val="0"/>
              </a:spcAft>
              <a:buNone/>
            </a:pPr>
            <a:r>
              <a:rPr lang="en"/>
              <a:t>Results:</a:t>
            </a:r>
            <a:endParaRPr/>
          </a:p>
          <a:p>
            <a:pPr marL="0" lvl="0" indent="0" algn="l" rtl="0">
              <a:spcBef>
                <a:spcPts val="0"/>
              </a:spcBef>
              <a:spcAft>
                <a:spcPts val="0"/>
              </a:spcAft>
              <a:buNone/>
            </a:pPr>
            <a:r>
              <a:rPr lang="en"/>
              <a:t>`1. Small amount of flagged players, but can’t specifically say inc. risk of injury</a:t>
            </a:r>
            <a:endParaRPr/>
          </a:p>
          <a:p>
            <a:pPr marL="0" lvl="0" indent="0" algn="l" rtl="0">
              <a:spcBef>
                <a:spcPts val="0"/>
              </a:spcBef>
              <a:spcAft>
                <a:spcPts val="0"/>
              </a:spcAft>
              <a:buNone/>
            </a:pPr>
            <a:endParaRPr/>
          </a:p>
          <a:p>
            <a:pPr marL="0" lvl="0" indent="0" algn="l" rtl="0">
              <a:spcBef>
                <a:spcPts val="0"/>
              </a:spcBef>
              <a:spcAft>
                <a:spcPts val="0"/>
              </a:spcAft>
              <a:buNone/>
            </a:pPr>
            <a:r>
              <a:rPr lang="en"/>
              <a:t>Rationale:</a:t>
            </a:r>
            <a:endParaRPr/>
          </a:p>
          <a:p>
            <a:pPr marL="0" lvl="0" indent="0" algn="l" rtl="0">
              <a:spcBef>
                <a:spcPts val="0"/>
              </a:spcBef>
              <a:spcAft>
                <a:spcPts val="0"/>
              </a:spcAft>
              <a:buNone/>
            </a:pPr>
            <a:r>
              <a:rPr lang="en"/>
              <a:t>1. Some players tested more frequently than others. Even if there was high asymmetry, was there enough testing?</a:t>
            </a:r>
            <a:endParaRPr/>
          </a:p>
          <a:p>
            <a:pPr marL="0" lvl="0" indent="0" algn="l" rtl="0">
              <a:spcBef>
                <a:spcPts val="0"/>
              </a:spcBef>
              <a:spcAft>
                <a:spcPts val="0"/>
              </a:spcAft>
              <a:buNone/>
            </a:pPr>
            <a:r>
              <a:rPr lang="en"/>
              <a:t>2. Lack of data defining reason for lack of testing: Fatigue? Illness? Injury?</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3a55ae52f1e_2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2" name="Google Shape;512;g3a55ae52f1e_2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Recommendation:</a:t>
            </a:r>
            <a:endParaRPr/>
          </a:p>
          <a:p>
            <a:pPr marL="0" lvl="0" indent="0" algn="l" rtl="0">
              <a:spcBef>
                <a:spcPts val="0"/>
              </a:spcBef>
              <a:spcAft>
                <a:spcPts val="0"/>
              </a:spcAft>
              <a:buNone/>
            </a:pPr>
            <a:endParaRPr/>
          </a:p>
          <a:p>
            <a:pPr marL="457200" lvl="0" indent="-298450" algn="l" rtl="0">
              <a:spcBef>
                <a:spcPts val="0"/>
              </a:spcBef>
              <a:spcAft>
                <a:spcPts val="0"/>
              </a:spcAft>
              <a:buSzPts val="1100"/>
              <a:buAutoNum type="arabicPeriod"/>
            </a:pPr>
            <a:r>
              <a:rPr lang="en"/>
              <a:t>Regular testing (ideally weekly testing) of at least one set of bilateral &amp; one non-bilateral metric simultaneously.</a:t>
            </a:r>
            <a:endParaRPr/>
          </a:p>
          <a:p>
            <a:pPr marL="914400" lvl="1" indent="-298450" algn="l" rtl="0">
              <a:spcBef>
                <a:spcPts val="0"/>
              </a:spcBef>
              <a:spcAft>
                <a:spcPts val="0"/>
              </a:spcAft>
              <a:buSzPts val="1100"/>
              <a:buAutoNum type="alphaLcPeriod"/>
            </a:pPr>
            <a:r>
              <a:rPr lang="en"/>
              <a:t>i.e: L/R Torque and/or L/R Max Force (Vald) along with total distance and/or AAL (Kinexon)</a:t>
            </a:r>
            <a:endParaRPr/>
          </a:p>
          <a:p>
            <a:pPr marL="0" lvl="0" indent="0" algn="l" rtl="0">
              <a:spcBef>
                <a:spcPts val="0"/>
              </a:spcBef>
              <a:spcAft>
                <a:spcPts val="0"/>
              </a:spcAft>
              <a:buNone/>
            </a:pPr>
            <a:endParaRPr/>
          </a:p>
          <a:p>
            <a:pPr marL="457200" lvl="0" indent="-298450" algn="l" rtl="0">
              <a:spcBef>
                <a:spcPts val="0"/>
              </a:spcBef>
              <a:spcAft>
                <a:spcPts val="0"/>
              </a:spcAft>
              <a:buSzPts val="1100"/>
              <a:buAutoNum type="arabicPeriod"/>
            </a:pPr>
            <a:r>
              <a:rPr lang="en"/>
              <a:t>Weekly testing = more data for asymmetry and ability to test other inc. injury risk indicators based on literature like the Acute Chronic Workload Ratio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3a0c6913bbf_0_9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3a0c6913bbf_0_9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400">
                <a:solidFill>
                  <a:schemeClr val="dk1"/>
                </a:solidFill>
              </a:rPr>
              <a:t>So for limitations and future work data challenges that were encountered was, First, we're dealing with inconsistent data entry. Team names appear in multiple formats—"Women's Basketball" versus "Womens Basketball," "Lacrosse" versus "Lax"—making it difficult to agg re gate information accurately. We're also seeing invalid entries like "Unknown" or "Player Not Found," and we lack standardized codes to explain why data is missing. Is an athlete absent due to injury, illness, or equipment failure? Right now, we can't tell.</a:t>
            </a:r>
            <a:endParaRPr sz="1400">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911683414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 name="Google Shape;528;g3911683414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400">
                <a:solidFill>
                  <a:schemeClr val="dk1"/>
                </a:solidFill>
              </a:rPr>
              <a:t>Our testing protocols also need work. Bilateral max force and torque assessments using our Vald devices vary significantly in timing and output across teams. Most programs haven't established regular testing schedules, creating gaps in our longitudinal tracking. Additionally, when Vald and Kinexon data are collected on the same day but during different sessions, it complicates our ability to paint a complete picture of athlete readiness.</a:t>
            </a:r>
            <a:endParaRPr sz="1400">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3a55ae52f1e_2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3a55ae52f1e_2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400">
                <a:solidFill>
                  <a:schemeClr val="dk1"/>
                </a:solidFill>
              </a:rPr>
              <a:t>So where do we go from here? We need to expand our dataset to validate whether these metrics can truly predict injury risk. We need deeper investigation into specific measures like max force and acceleration load. Most importantly, we need to examine the relationships between injury events and metrics like total distance, acceleration load, and force asymmetries.</a:t>
            </a:r>
            <a:endParaRPr sz="1400">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a0c6913bbf_0_9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a0c6913bbf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3a55ae52f1e_2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3a55ae52f1e_2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3aaa0974e0c_1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6" name="Google Shape;556;g3aaa0974e0c_1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4">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_1_1">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5" name="Google Shape;15;p3"/>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6" name="Google Shape;16;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_1">
    <p:spTree>
      <p:nvGrpSpPr>
        <p:cNvPr id="1"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20" name="Google Shape;20;p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1" name="Google Shape;21;p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87350">
              <a:spcBef>
                <a:spcPts val="0"/>
              </a:spcBef>
              <a:spcAft>
                <a:spcPts val="0"/>
              </a:spcAft>
              <a:buSzPts val="2500"/>
              <a:buChar char="●"/>
              <a:defRPr/>
            </a:lvl1pPr>
            <a:lvl2pPr marL="914400" lvl="1" indent="-387350">
              <a:spcBef>
                <a:spcPts val="0"/>
              </a:spcBef>
              <a:spcAft>
                <a:spcPts val="0"/>
              </a:spcAft>
              <a:buSzPts val="2500"/>
              <a:buChar char="○"/>
              <a:defRPr/>
            </a:lvl2pPr>
            <a:lvl3pPr marL="1371600" lvl="2" indent="-387350">
              <a:spcBef>
                <a:spcPts val="0"/>
              </a:spcBef>
              <a:spcAft>
                <a:spcPts val="0"/>
              </a:spcAft>
              <a:buSzPts val="2500"/>
              <a:buChar char="■"/>
              <a:defRPr/>
            </a:lvl3pPr>
            <a:lvl4pPr marL="1828800" lvl="3" indent="-387350">
              <a:spcBef>
                <a:spcPts val="0"/>
              </a:spcBef>
              <a:spcAft>
                <a:spcPts val="0"/>
              </a:spcAft>
              <a:buSzPts val="2500"/>
              <a:buChar char="●"/>
              <a:defRPr/>
            </a:lvl4pPr>
            <a:lvl5pPr marL="2286000" lvl="4" indent="-387350">
              <a:spcBef>
                <a:spcPts val="0"/>
              </a:spcBef>
              <a:spcAft>
                <a:spcPts val="0"/>
              </a:spcAft>
              <a:buSzPts val="2500"/>
              <a:buChar char="○"/>
              <a:defRPr/>
            </a:lvl5pPr>
            <a:lvl6pPr marL="2743200" lvl="5" indent="-387350">
              <a:spcBef>
                <a:spcPts val="0"/>
              </a:spcBef>
              <a:spcAft>
                <a:spcPts val="0"/>
              </a:spcAft>
              <a:buSzPts val="2500"/>
              <a:buChar char="■"/>
              <a:defRPr/>
            </a:lvl6pPr>
            <a:lvl7pPr marL="3200400" lvl="6" indent="-387350">
              <a:spcBef>
                <a:spcPts val="0"/>
              </a:spcBef>
              <a:spcAft>
                <a:spcPts val="0"/>
              </a:spcAft>
              <a:buSzPts val="2500"/>
              <a:buChar char="●"/>
              <a:defRPr/>
            </a:lvl7pPr>
            <a:lvl8pPr marL="3657600" lvl="7" indent="-387350">
              <a:spcBef>
                <a:spcPts val="0"/>
              </a:spcBef>
              <a:spcAft>
                <a:spcPts val="0"/>
              </a:spcAft>
              <a:buSzPts val="2500"/>
              <a:buChar char="○"/>
              <a:defRPr/>
            </a:lvl8pPr>
            <a:lvl9pPr marL="4114800" lvl="8" indent="-387350">
              <a:spcBef>
                <a:spcPts val="0"/>
              </a:spcBef>
              <a:spcAft>
                <a:spcPts val="0"/>
              </a:spcAft>
              <a:buSzPts val="2500"/>
              <a:buChar char="■"/>
              <a:defRPr/>
            </a:lvl9pPr>
          </a:lstStyle>
          <a:p>
            <a:endParaRPr/>
          </a:p>
        </p:txBody>
      </p:sp>
      <p:sp>
        <p:nvSpPr>
          <p:cNvPr id="22" name="Google Shape;22;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ustom title slide" type="title">
  <p:cSld name="TITLE">
    <p:bg>
      <p:bgPr>
        <a:solidFill>
          <a:schemeClr val="lt1"/>
        </a:solidFill>
        <a:effectLst/>
      </p:bgPr>
    </p:bg>
    <p:spTree>
      <p:nvGrpSpPr>
        <p:cNvPr id="1" name="Shape 23"/>
        <p:cNvGrpSpPr/>
        <p:nvPr/>
      </p:nvGrpSpPr>
      <p:grpSpPr>
        <a:xfrm>
          <a:off x="0" y="0"/>
          <a:ext cx="0" cy="0"/>
          <a:chOff x="0" y="0"/>
          <a:chExt cx="0" cy="0"/>
        </a:xfrm>
      </p:grpSpPr>
      <p:sp>
        <p:nvSpPr>
          <p:cNvPr id="24" name="Google Shape;24;p5"/>
          <p:cNvSpPr/>
          <p:nvPr/>
        </p:nvSpPr>
        <p:spPr>
          <a:xfrm flipH="1">
            <a:off x="365550" y="363450"/>
            <a:ext cx="8412900" cy="4416600"/>
          </a:xfrm>
          <a:prstGeom prst="snip2DiagRect">
            <a:avLst>
              <a:gd name="adj1" fmla="val 0"/>
              <a:gd name="adj2" fmla="val 31816"/>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5" name="Google Shape;25;p5"/>
          <p:cNvSpPr txBox="1">
            <a:spLocks noGrp="1"/>
          </p:cNvSpPr>
          <p:nvPr>
            <p:ph type="ctrTitle"/>
          </p:nvPr>
        </p:nvSpPr>
        <p:spPr>
          <a:xfrm>
            <a:off x="1765375" y="363450"/>
            <a:ext cx="5614500" cy="3383400"/>
          </a:xfrm>
          <a:prstGeom prst="rect">
            <a:avLst/>
          </a:prstGeom>
        </p:spPr>
        <p:txBody>
          <a:bodyPr spcFirstLastPara="1" wrap="square" lIns="91425" tIns="91425" rIns="91425" bIns="91425" anchor="t" anchorCtr="0">
            <a:noAutofit/>
          </a:bodyPr>
          <a:lstStyle>
            <a:lvl1pPr lvl="0">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1pPr>
            <a:lvl2pPr lvl="1">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2pPr>
            <a:lvl3pPr lvl="2">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3pPr>
            <a:lvl4pPr lvl="3">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4pPr>
            <a:lvl5pPr lvl="4">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5pPr>
            <a:lvl6pPr lvl="5">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6pPr>
            <a:lvl7pPr lvl="6">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7pPr>
            <a:lvl8pPr lvl="7">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8pPr>
            <a:lvl9pPr lvl="8">
              <a:spcBef>
                <a:spcPts val="0"/>
              </a:spcBef>
              <a:spcAft>
                <a:spcPts val="0"/>
              </a:spcAft>
              <a:buSzPts val="9000"/>
              <a:buFont typeface="Chakra Petch SemiBold"/>
              <a:buNone/>
              <a:defRPr sz="9000">
                <a:latin typeface="Chakra Petch SemiBold"/>
                <a:ea typeface="Chakra Petch SemiBold"/>
                <a:cs typeface="Chakra Petch SemiBold"/>
                <a:sym typeface="Chakra Petch SemiBold"/>
              </a:defRPr>
            </a:lvl9pPr>
          </a:lstStyle>
          <a:p>
            <a:endParaRPr/>
          </a:p>
        </p:txBody>
      </p:sp>
      <p:sp>
        <p:nvSpPr>
          <p:cNvPr id="26" name="Google Shape;26;p5"/>
          <p:cNvSpPr txBox="1">
            <a:spLocks noGrp="1"/>
          </p:cNvSpPr>
          <p:nvPr>
            <p:ph type="subTitle" idx="1"/>
          </p:nvPr>
        </p:nvSpPr>
        <p:spPr>
          <a:xfrm>
            <a:off x="1765375" y="4137750"/>
            <a:ext cx="5614500" cy="493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1pPr>
            <a:lvl2pPr lvl="1">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2pPr>
            <a:lvl3pPr lvl="2">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3pPr>
            <a:lvl4pPr lvl="3">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4pPr>
            <a:lvl5pPr lvl="4">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5pPr>
            <a:lvl6pPr lvl="5">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6pPr>
            <a:lvl7pPr lvl="6">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7pPr>
            <a:lvl8pPr lvl="7">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8pPr>
            <a:lvl9pPr lvl="8">
              <a:lnSpc>
                <a:spcPct val="100000"/>
              </a:lnSpc>
              <a:spcBef>
                <a:spcPts val="0"/>
              </a:spcBef>
              <a:spcAft>
                <a:spcPts val="0"/>
              </a:spcAft>
              <a:buSzPts val="3000"/>
              <a:buFont typeface="DM Sans Medium"/>
              <a:buNone/>
              <a:defRPr sz="3000">
                <a:latin typeface="DM Sans Medium"/>
                <a:ea typeface="DM Sans Medium"/>
                <a:cs typeface="DM Sans Medium"/>
                <a:sym typeface="DM Sans Medium"/>
              </a:defRPr>
            </a:lvl9pPr>
          </a:lstStyle>
          <a:p>
            <a:endParaRPr/>
          </a:p>
        </p:txBody>
      </p:sp>
      <p:sp>
        <p:nvSpPr>
          <p:cNvPr id="27" name="Google Shape;27;p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sz="1300">
                <a:latin typeface="DM Sans"/>
                <a:ea typeface="DM Sans"/>
                <a:cs typeface="DM Sans"/>
                <a:sym typeface="DM Sans"/>
              </a:defRPr>
            </a:lvl1pPr>
            <a:lvl2pPr lvl="1">
              <a:buNone/>
              <a:defRPr sz="1300">
                <a:latin typeface="DM Sans"/>
                <a:ea typeface="DM Sans"/>
                <a:cs typeface="DM Sans"/>
                <a:sym typeface="DM Sans"/>
              </a:defRPr>
            </a:lvl2pPr>
            <a:lvl3pPr lvl="2">
              <a:buNone/>
              <a:defRPr sz="1300">
                <a:latin typeface="DM Sans"/>
                <a:ea typeface="DM Sans"/>
                <a:cs typeface="DM Sans"/>
                <a:sym typeface="DM Sans"/>
              </a:defRPr>
            </a:lvl3pPr>
            <a:lvl4pPr lvl="3">
              <a:buNone/>
              <a:defRPr sz="1300">
                <a:latin typeface="DM Sans"/>
                <a:ea typeface="DM Sans"/>
                <a:cs typeface="DM Sans"/>
                <a:sym typeface="DM Sans"/>
              </a:defRPr>
            </a:lvl4pPr>
            <a:lvl5pPr lvl="4">
              <a:buNone/>
              <a:defRPr sz="1300">
                <a:latin typeface="DM Sans"/>
                <a:ea typeface="DM Sans"/>
                <a:cs typeface="DM Sans"/>
                <a:sym typeface="DM Sans"/>
              </a:defRPr>
            </a:lvl5pPr>
            <a:lvl6pPr lvl="5">
              <a:buNone/>
              <a:defRPr sz="1300">
                <a:latin typeface="DM Sans"/>
                <a:ea typeface="DM Sans"/>
                <a:cs typeface="DM Sans"/>
                <a:sym typeface="DM Sans"/>
              </a:defRPr>
            </a:lvl6pPr>
            <a:lvl7pPr lvl="6">
              <a:buNone/>
              <a:defRPr sz="1300">
                <a:latin typeface="DM Sans"/>
                <a:ea typeface="DM Sans"/>
                <a:cs typeface="DM Sans"/>
                <a:sym typeface="DM Sans"/>
              </a:defRPr>
            </a:lvl7pPr>
            <a:lvl8pPr lvl="7">
              <a:buNone/>
              <a:defRPr sz="1300">
                <a:latin typeface="DM Sans"/>
                <a:ea typeface="DM Sans"/>
                <a:cs typeface="DM Sans"/>
                <a:sym typeface="DM Sans"/>
              </a:defRPr>
            </a:lvl8pPr>
            <a:lvl9pPr lvl="8">
              <a:buNone/>
              <a:defRPr sz="1300">
                <a:latin typeface="DM Sans"/>
                <a:ea typeface="DM Sans"/>
                <a:cs typeface="DM Sans"/>
                <a:sym typeface="DM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with headers" type="secHead">
  <p:cSld name="SECTION_HEADER">
    <p:spTree>
      <p:nvGrpSpPr>
        <p:cNvPr id="1" name="Shape 28"/>
        <p:cNvGrpSpPr/>
        <p:nvPr/>
      </p:nvGrpSpPr>
      <p:grpSpPr>
        <a:xfrm>
          <a:off x="0" y="0"/>
          <a:ext cx="0" cy="0"/>
          <a:chOff x="0" y="0"/>
          <a:chExt cx="0" cy="0"/>
        </a:xfrm>
      </p:grpSpPr>
      <p:sp>
        <p:nvSpPr>
          <p:cNvPr id="29" name="Google Shape;29;p6"/>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0" name="Google Shape;30;p6"/>
          <p:cNvSpPr/>
          <p:nvPr/>
        </p:nvSpPr>
        <p:spPr>
          <a:xfrm>
            <a:off x="365550" y="363450"/>
            <a:ext cx="8412900" cy="4416600"/>
          </a:xfrm>
          <a:prstGeom prst="snip2DiagRect">
            <a:avLst>
              <a:gd name="adj1" fmla="val 0"/>
              <a:gd name="adj2" fmla="val 2083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1" name="Google Shape;31;p6"/>
          <p:cNvSpPr txBox="1">
            <a:spLocks noGrp="1"/>
          </p:cNvSpPr>
          <p:nvPr>
            <p:ph type="title"/>
          </p:nvPr>
        </p:nvSpPr>
        <p:spPr>
          <a:xfrm>
            <a:off x="1127850" y="1691230"/>
            <a:ext cx="6885300" cy="813900"/>
          </a:xfrm>
          <a:prstGeom prst="rect">
            <a:avLst/>
          </a:prstGeom>
        </p:spPr>
        <p:txBody>
          <a:bodyPr spcFirstLastPara="1" wrap="square" lIns="91425" tIns="91425" rIns="91425" bIns="91425" anchor="b" anchorCtr="0">
            <a:noAutofit/>
          </a:bodyPr>
          <a:lstStyle>
            <a:lvl1pPr lvl="0">
              <a:spcBef>
                <a:spcPts val="0"/>
              </a:spcBef>
              <a:spcAft>
                <a:spcPts val="0"/>
              </a:spcAft>
              <a:buClr>
                <a:schemeClr val="dk1"/>
              </a:buClr>
              <a:buSzPts val="5000"/>
              <a:buNone/>
              <a:defRPr>
                <a:solidFill>
                  <a:schemeClr val="dk1"/>
                </a:solidFill>
              </a:defRPr>
            </a:lvl1pPr>
            <a:lvl2pPr lvl="1">
              <a:spcBef>
                <a:spcPts val="0"/>
              </a:spcBef>
              <a:spcAft>
                <a:spcPts val="0"/>
              </a:spcAft>
              <a:buClr>
                <a:schemeClr val="dk1"/>
              </a:buClr>
              <a:buSzPts val="5000"/>
              <a:buNone/>
              <a:defRPr>
                <a:solidFill>
                  <a:schemeClr val="dk1"/>
                </a:solidFill>
              </a:defRPr>
            </a:lvl2pPr>
            <a:lvl3pPr lvl="2">
              <a:spcBef>
                <a:spcPts val="0"/>
              </a:spcBef>
              <a:spcAft>
                <a:spcPts val="0"/>
              </a:spcAft>
              <a:buClr>
                <a:schemeClr val="dk1"/>
              </a:buClr>
              <a:buSzPts val="5000"/>
              <a:buNone/>
              <a:defRPr>
                <a:solidFill>
                  <a:schemeClr val="dk1"/>
                </a:solidFill>
              </a:defRPr>
            </a:lvl3pPr>
            <a:lvl4pPr lvl="3">
              <a:spcBef>
                <a:spcPts val="0"/>
              </a:spcBef>
              <a:spcAft>
                <a:spcPts val="0"/>
              </a:spcAft>
              <a:buClr>
                <a:schemeClr val="dk1"/>
              </a:buClr>
              <a:buSzPts val="5000"/>
              <a:buNone/>
              <a:defRPr>
                <a:solidFill>
                  <a:schemeClr val="dk1"/>
                </a:solidFill>
              </a:defRPr>
            </a:lvl4pPr>
            <a:lvl5pPr lvl="4">
              <a:spcBef>
                <a:spcPts val="0"/>
              </a:spcBef>
              <a:spcAft>
                <a:spcPts val="0"/>
              </a:spcAft>
              <a:buClr>
                <a:schemeClr val="dk1"/>
              </a:buClr>
              <a:buSzPts val="5000"/>
              <a:buNone/>
              <a:defRPr>
                <a:solidFill>
                  <a:schemeClr val="dk1"/>
                </a:solidFill>
              </a:defRPr>
            </a:lvl5pPr>
            <a:lvl6pPr lvl="5">
              <a:spcBef>
                <a:spcPts val="0"/>
              </a:spcBef>
              <a:spcAft>
                <a:spcPts val="0"/>
              </a:spcAft>
              <a:buClr>
                <a:schemeClr val="dk1"/>
              </a:buClr>
              <a:buSzPts val="5000"/>
              <a:buNone/>
              <a:defRPr>
                <a:solidFill>
                  <a:schemeClr val="dk1"/>
                </a:solidFill>
              </a:defRPr>
            </a:lvl6pPr>
            <a:lvl7pPr lvl="6">
              <a:spcBef>
                <a:spcPts val="0"/>
              </a:spcBef>
              <a:spcAft>
                <a:spcPts val="0"/>
              </a:spcAft>
              <a:buClr>
                <a:schemeClr val="dk1"/>
              </a:buClr>
              <a:buSzPts val="5000"/>
              <a:buNone/>
              <a:defRPr>
                <a:solidFill>
                  <a:schemeClr val="dk1"/>
                </a:solidFill>
              </a:defRPr>
            </a:lvl7pPr>
            <a:lvl8pPr lvl="7">
              <a:spcBef>
                <a:spcPts val="0"/>
              </a:spcBef>
              <a:spcAft>
                <a:spcPts val="0"/>
              </a:spcAft>
              <a:buClr>
                <a:schemeClr val="dk1"/>
              </a:buClr>
              <a:buSzPts val="5000"/>
              <a:buNone/>
              <a:defRPr>
                <a:solidFill>
                  <a:schemeClr val="dk1"/>
                </a:solidFill>
              </a:defRPr>
            </a:lvl8pPr>
            <a:lvl9pPr lvl="8">
              <a:spcBef>
                <a:spcPts val="0"/>
              </a:spcBef>
              <a:spcAft>
                <a:spcPts val="0"/>
              </a:spcAft>
              <a:buClr>
                <a:schemeClr val="dk1"/>
              </a:buClr>
              <a:buSzPts val="5000"/>
              <a:buNone/>
              <a:defRPr>
                <a:solidFill>
                  <a:schemeClr val="dk1"/>
                </a:solidFill>
              </a:defRPr>
            </a:lvl9pPr>
          </a:lstStyle>
          <a:p>
            <a:endParaRPr/>
          </a:p>
        </p:txBody>
      </p:sp>
      <p:sp>
        <p:nvSpPr>
          <p:cNvPr id="32" name="Google Shape;32;p6"/>
          <p:cNvSpPr txBox="1">
            <a:spLocks noGrp="1"/>
          </p:cNvSpPr>
          <p:nvPr>
            <p:ph type="body" idx="1"/>
          </p:nvPr>
        </p:nvSpPr>
        <p:spPr>
          <a:xfrm>
            <a:off x="1127850" y="2491658"/>
            <a:ext cx="6885300" cy="960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Clr>
                <a:schemeClr val="dk2"/>
              </a:buClr>
              <a:buSzPts val="2000"/>
              <a:buChar char="●"/>
              <a:defRPr sz="2000">
                <a:solidFill>
                  <a:schemeClr val="dk2"/>
                </a:solidFill>
              </a:defRPr>
            </a:lvl1pPr>
            <a:lvl2pPr marL="914400" lvl="1" indent="-355600">
              <a:spcBef>
                <a:spcPts val="0"/>
              </a:spcBef>
              <a:spcAft>
                <a:spcPts val="0"/>
              </a:spcAft>
              <a:buClr>
                <a:schemeClr val="dk2"/>
              </a:buClr>
              <a:buSzPts val="2000"/>
              <a:buChar char="○"/>
              <a:defRPr sz="2000">
                <a:solidFill>
                  <a:schemeClr val="dk2"/>
                </a:solidFill>
              </a:defRPr>
            </a:lvl2pPr>
            <a:lvl3pPr marL="1371600" lvl="2" indent="-355600">
              <a:spcBef>
                <a:spcPts val="0"/>
              </a:spcBef>
              <a:spcAft>
                <a:spcPts val="0"/>
              </a:spcAft>
              <a:buClr>
                <a:schemeClr val="dk2"/>
              </a:buClr>
              <a:buSzPts val="2000"/>
              <a:buChar char="■"/>
              <a:defRPr sz="2000">
                <a:solidFill>
                  <a:schemeClr val="dk2"/>
                </a:solidFill>
              </a:defRPr>
            </a:lvl3pPr>
            <a:lvl4pPr marL="1828800" lvl="3" indent="-355600">
              <a:spcBef>
                <a:spcPts val="0"/>
              </a:spcBef>
              <a:spcAft>
                <a:spcPts val="0"/>
              </a:spcAft>
              <a:buClr>
                <a:schemeClr val="dk2"/>
              </a:buClr>
              <a:buSzPts val="2000"/>
              <a:buChar char="●"/>
              <a:defRPr sz="2000">
                <a:solidFill>
                  <a:schemeClr val="dk2"/>
                </a:solidFill>
              </a:defRPr>
            </a:lvl4pPr>
            <a:lvl5pPr marL="2286000" lvl="4" indent="-355600">
              <a:spcBef>
                <a:spcPts val="0"/>
              </a:spcBef>
              <a:spcAft>
                <a:spcPts val="0"/>
              </a:spcAft>
              <a:buClr>
                <a:schemeClr val="dk2"/>
              </a:buClr>
              <a:buSzPts val="2000"/>
              <a:buChar char="○"/>
              <a:defRPr sz="2000">
                <a:solidFill>
                  <a:schemeClr val="dk2"/>
                </a:solidFill>
              </a:defRPr>
            </a:lvl5pPr>
            <a:lvl6pPr marL="2743200" lvl="5" indent="-355600">
              <a:spcBef>
                <a:spcPts val="0"/>
              </a:spcBef>
              <a:spcAft>
                <a:spcPts val="0"/>
              </a:spcAft>
              <a:buClr>
                <a:schemeClr val="dk2"/>
              </a:buClr>
              <a:buSzPts val="2000"/>
              <a:buChar char="■"/>
              <a:defRPr sz="2000">
                <a:solidFill>
                  <a:schemeClr val="dk2"/>
                </a:solidFill>
              </a:defRPr>
            </a:lvl6pPr>
            <a:lvl7pPr marL="3200400" lvl="6" indent="-355600">
              <a:spcBef>
                <a:spcPts val="0"/>
              </a:spcBef>
              <a:spcAft>
                <a:spcPts val="0"/>
              </a:spcAft>
              <a:buClr>
                <a:schemeClr val="dk2"/>
              </a:buClr>
              <a:buSzPts val="2000"/>
              <a:buChar char="●"/>
              <a:defRPr sz="2000">
                <a:solidFill>
                  <a:schemeClr val="dk2"/>
                </a:solidFill>
              </a:defRPr>
            </a:lvl7pPr>
            <a:lvl8pPr marL="3657600" lvl="7" indent="-355600">
              <a:spcBef>
                <a:spcPts val="0"/>
              </a:spcBef>
              <a:spcAft>
                <a:spcPts val="0"/>
              </a:spcAft>
              <a:buClr>
                <a:schemeClr val="dk2"/>
              </a:buClr>
              <a:buSzPts val="2000"/>
              <a:buChar char="○"/>
              <a:defRPr sz="2000">
                <a:solidFill>
                  <a:schemeClr val="dk2"/>
                </a:solidFill>
              </a:defRPr>
            </a:lvl8pPr>
            <a:lvl9pPr marL="4114800" lvl="8" indent="-355600">
              <a:spcBef>
                <a:spcPts val="0"/>
              </a:spcBef>
              <a:spcAft>
                <a:spcPts val="0"/>
              </a:spcAft>
              <a:buClr>
                <a:schemeClr val="dk2"/>
              </a:buClr>
              <a:buSzPts val="2000"/>
              <a:buChar char="■"/>
              <a:defRPr sz="2000">
                <a:solidFill>
                  <a:schemeClr val="dk2"/>
                </a:solidFill>
              </a:defRPr>
            </a:lvl9pPr>
          </a:lstStyle>
          <a:p>
            <a:endParaRPr/>
          </a:p>
        </p:txBody>
      </p:sp>
      <p:sp>
        <p:nvSpPr>
          <p:cNvPr id="33" name="Google Shape;33;p6"/>
          <p:cNvSpPr txBox="1">
            <a:spLocks noGrp="1"/>
          </p:cNvSpPr>
          <p:nvPr>
            <p:ph type="subTitle" idx="2"/>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34" name="Google Shape;34;p6"/>
          <p:cNvSpPr txBox="1">
            <a:spLocks noGrp="1"/>
          </p:cNvSpPr>
          <p:nvPr>
            <p:ph type="subTitle" idx="3"/>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35" name="Google Shape;35;p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divider with headers" type="tx">
  <p:cSld name="TITLE_AND_BODY">
    <p:bg>
      <p:bgPr>
        <a:solidFill>
          <a:schemeClr val="dk1"/>
        </a:solidFill>
        <a:effectLst/>
      </p:bgPr>
    </p:bg>
    <p:spTree>
      <p:nvGrpSpPr>
        <p:cNvPr id="1" name="Shape 36"/>
        <p:cNvGrpSpPr/>
        <p:nvPr/>
      </p:nvGrpSpPr>
      <p:grpSpPr>
        <a:xfrm>
          <a:off x="0" y="0"/>
          <a:ext cx="0" cy="0"/>
          <a:chOff x="0" y="0"/>
          <a:chExt cx="0" cy="0"/>
        </a:xfrm>
      </p:grpSpPr>
      <p:grpSp>
        <p:nvGrpSpPr>
          <p:cNvPr id="37" name="Google Shape;37;p7"/>
          <p:cNvGrpSpPr/>
          <p:nvPr/>
        </p:nvGrpSpPr>
        <p:grpSpPr>
          <a:xfrm>
            <a:off x="0" y="0"/>
            <a:ext cx="9144000" cy="5130000"/>
            <a:chOff x="0" y="0"/>
            <a:chExt cx="9144000" cy="5130000"/>
          </a:xfrm>
        </p:grpSpPr>
        <p:sp>
          <p:nvSpPr>
            <p:cNvPr id="38" name="Google Shape;38;p7"/>
            <p:cNvSpPr/>
            <p:nvPr/>
          </p:nvSpPr>
          <p:spPr>
            <a:xfrm flipH="1">
              <a:off x="175600" y="250800"/>
              <a:ext cx="8603100" cy="4529400"/>
            </a:xfrm>
            <a:prstGeom prst="snip2DiagRect">
              <a:avLst>
                <a:gd name="adj1" fmla="val 0"/>
                <a:gd name="adj2" fmla="val 20836"/>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grpSp>
          <p:nvGrpSpPr>
            <p:cNvPr id="39" name="Google Shape;39;p7"/>
            <p:cNvGrpSpPr/>
            <p:nvPr/>
          </p:nvGrpSpPr>
          <p:grpSpPr>
            <a:xfrm>
              <a:off x="0" y="0"/>
              <a:ext cx="9144000" cy="5130000"/>
              <a:chOff x="0" y="0"/>
              <a:chExt cx="9144000" cy="5130000"/>
            </a:xfrm>
          </p:grpSpPr>
          <p:sp>
            <p:nvSpPr>
              <p:cNvPr id="40" name="Google Shape;40;p7"/>
              <p:cNvSpPr/>
              <p:nvPr/>
            </p:nvSpPr>
            <p:spPr>
              <a:xfrm>
                <a:off x="0" y="0"/>
                <a:ext cx="1425000" cy="1244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41" name="Google Shape;41;p7"/>
              <p:cNvSpPr/>
              <p:nvPr/>
            </p:nvSpPr>
            <p:spPr>
              <a:xfrm>
                <a:off x="0" y="0"/>
                <a:ext cx="9144000" cy="363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42" name="Google Shape;42;p7"/>
              <p:cNvSpPr/>
              <p:nvPr/>
            </p:nvSpPr>
            <p:spPr>
              <a:xfrm rot="5400000">
                <a:off x="-2383200" y="2383200"/>
                <a:ext cx="5130000" cy="363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grpSp>
      </p:grpSp>
      <p:sp>
        <p:nvSpPr>
          <p:cNvPr id="43" name="Google Shape;43;p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4" name="Google Shape;44;p7"/>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45" name="Google Shape;45;p7"/>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46" name="Google Shape;46;p7"/>
          <p:cNvSpPr txBox="1">
            <a:spLocks noGrp="1"/>
          </p:cNvSpPr>
          <p:nvPr>
            <p:ph type="title"/>
          </p:nvPr>
        </p:nvSpPr>
        <p:spPr>
          <a:xfrm>
            <a:off x="232050" y="2112300"/>
            <a:ext cx="8321100" cy="2651700"/>
          </a:xfrm>
          <a:prstGeom prst="rect">
            <a:avLst/>
          </a:prstGeom>
        </p:spPr>
        <p:txBody>
          <a:bodyPr spcFirstLastPara="1" wrap="square" lIns="91425" tIns="91425" rIns="91425" bIns="91425" anchor="b" anchorCtr="0">
            <a:noAutofit/>
          </a:bodyPr>
          <a:lstStyle>
            <a:lvl1pPr lvl="0">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1pPr>
            <a:lvl2pPr lvl="1">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2pPr>
            <a:lvl3pPr lvl="2">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3pPr>
            <a:lvl4pPr lvl="3">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4pPr>
            <a:lvl5pPr lvl="4">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5pPr>
            <a:lvl6pPr lvl="5">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6pPr>
            <a:lvl7pPr lvl="6">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7pPr>
            <a:lvl8pPr lvl="7">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8pPr>
            <a:lvl9pPr lvl="8">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estion Text Only"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8"/>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49" name="Google Shape;49;p8"/>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50" name="Google Shape;50;p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8"/>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52" name="Google Shape;52;p8"/>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53" name="Google Shape;53;p8"/>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sp>
        <p:nvSpPr>
          <p:cNvPr id="54" name="Google Shape;54;p8"/>
          <p:cNvSpPr txBox="1">
            <a:spLocks noGrp="1"/>
          </p:cNvSpPr>
          <p:nvPr>
            <p:ph type="body" idx="3"/>
          </p:nvPr>
        </p:nvSpPr>
        <p:spPr>
          <a:xfrm>
            <a:off x="1022850" y="1693125"/>
            <a:ext cx="76443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cxnSp>
        <p:nvCxnSpPr>
          <p:cNvPr id="55" name="Google Shape;55;p8"/>
          <p:cNvCxnSpPr/>
          <p:nvPr/>
        </p:nvCxnSpPr>
        <p:spPr>
          <a:xfrm>
            <a:off x="478850" y="2307175"/>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56" name="Google Shape;56;p8"/>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57" name="Google Shape;57;p8"/>
          <p:cNvCxnSpPr/>
          <p:nvPr/>
        </p:nvCxnSpPr>
        <p:spPr>
          <a:xfrm>
            <a:off x="479100" y="2921234"/>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58" name="Google Shape;58;p8"/>
          <p:cNvCxnSpPr/>
          <p:nvPr/>
        </p:nvCxnSpPr>
        <p:spPr>
          <a:xfrm>
            <a:off x="479100" y="3535292"/>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59" name="Google Shape;59;p8"/>
          <p:cNvCxnSpPr/>
          <p:nvPr/>
        </p:nvCxnSpPr>
        <p:spPr>
          <a:xfrm>
            <a:off x="479100" y="4149350"/>
            <a:ext cx="8190300" cy="0"/>
          </a:xfrm>
          <a:prstGeom prst="straightConnector1">
            <a:avLst/>
          </a:prstGeom>
          <a:noFill/>
          <a:ln w="19050" cap="flat" cmpd="sng">
            <a:solidFill>
              <a:schemeClr val="lt2"/>
            </a:solidFill>
            <a:prstDash val="solid"/>
            <a:round/>
            <a:headEnd type="none" w="med" len="med"/>
            <a:tailEnd type="none" w="med" len="med"/>
          </a:ln>
        </p:spPr>
      </p:cxnSp>
      <p:sp>
        <p:nvSpPr>
          <p:cNvPr id="60" name="Google Shape;60;p8"/>
          <p:cNvSpPr txBox="1">
            <a:spLocks noGrp="1"/>
          </p:cNvSpPr>
          <p:nvPr>
            <p:ph type="body" idx="4"/>
          </p:nvPr>
        </p:nvSpPr>
        <p:spPr>
          <a:xfrm>
            <a:off x="1022850" y="2307163"/>
            <a:ext cx="76443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61" name="Google Shape;61;p8"/>
          <p:cNvSpPr txBox="1">
            <a:spLocks noGrp="1"/>
          </p:cNvSpPr>
          <p:nvPr>
            <p:ph type="body" idx="5"/>
          </p:nvPr>
        </p:nvSpPr>
        <p:spPr>
          <a:xfrm>
            <a:off x="1022850" y="2921225"/>
            <a:ext cx="76443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62" name="Google Shape;62;p8"/>
          <p:cNvSpPr txBox="1">
            <a:spLocks noGrp="1"/>
          </p:cNvSpPr>
          <p:nvPr>
            <p:ph type="body" idx="6"/>
          </p:nvPr>
        </p:nvSpPr>
        <p:spPr>
          <a:xfrm>
            <a:off x="1022850" y="3535325"/>
            <a:ext cx="76443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63" name="Google Shape;63;p8"/>
          <p:cNvSpPr txBox="1">
            <a:spLocks noGrp="1"/>
          </p:cNvSpPr>
          <p:nvPr>
            <p:ph type="body" idx="7"/>
          </p:nvPr>
        </p:nvSpPr>
        <p:spPr>
          <a:xfrm>
            <a:off x="1022850" y="4149450"/>
            <a:ext cx="76443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nswer Text Only" type="titleOnly">
  <p:cSld name="TITLE_ONLY">
    <p:spTree>
      <p:nvGrpSpPr>
        <p:cNvPr id="1" name="Shape 64"/>
        <p:cNvGrpSpPr/>
        <p:nvPr/>
      </p:nvGrpSpPr>
      <p:grpSpPr>
        <a:xfrm>
          <a:off x="0" y="0"/>
          <a:ext cx="0" cy="0"/>
          <a:chOff x="0" y="0"/>
          <a:chExt cx="0" cy="0"/>
        </a:xfrm>
      </p:grpSpPr>
      <p:sp>
        <p:nvSpPr>
          <p:cNvPr id="65" name="Google Shape;65;p9"/>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cxnSp>
        <p:nvCxnSpPr>
          <p:cNvPr id="66" name="Google Shape;66;p9"/>
          <p:cNvCxnSpPr/>
          <p:nvPr/>
        </p:nvCxnSpPr>
        <p:spPr>
          <a:xfrm>
            <a:off x="476850" y="2306550"/>
            <a:ext cx="8190300" cy="0"/>
          </a:xfrm>
          <a:prstGeom prst="straightConnector1">
            <a:avLst/>
          </a:prstGeom>
          <a:noFill/>
          <a:ln w="19050" cap="flat" cmpd="sng">
            <a:solidFill>
              <a:schemeClr val="lt1"/>
            </a:solidFill>
            <a:prstDash val="solid"/>
            <a:round/>
            <a:headEnd type="none" w="med" len="med"/>
            <a:tailEnd type="none" w="med" len="med"/>
          </a:ln>
        </p:spPr>
      </p:cxnSp>
      <p:sp>
        <p:nvSpPr>
          <p:cNvPr id="67" name="Google Shape;67;p9"/>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68" name="Google Shape;68;p9"/>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9" name="Google Shape;69;p9"/>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70" name="Google Shape;70;p9"/>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71" name="Google Shape;71;p9"/>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72" name="Google Shape;72;p9"/>
          <p:cNvSpPr txBox="1">
            <a:spLocks noGrp="1"/>
          </p:cNvSpPr>
          <p:nvPr>
            <p:ph type="body" idx="3"/>
          </p:nvPr>
        </p:nvSpPr>
        <p:spPr>
          <a:xfrm>
            <a:off x="478875" y="2398656"/>
            <a:ext cx="8190300" cy="4938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73" name="Google Shape;73;p9"/>
          <p:cNvSpPr txBox="1">
            <a:spLocks noGrp="1"/>
          </p:cNvSpPr>
          <p:nvPr>
            <p:ph type="subTitle" idx="4"/>
          </p:nvPr>
        </p:nvSpPr>
        <p:spPr>
          <a:xfrm>
            <a:off x="478863" y="1785900"/>
            <a:ext cx="21672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Question Text + 1 Image">
  <p:cSld name="TITLE_AND_TWO_COLUMNS_1">
    <p:bg>
      <p:bgPr>
        <a:solidFill>
          <a:schemeClr val="lt1"/>
        </a:solidFill>
        <a:effectLst/>
      </p:bgPr>
    </p:bg>
    <p:spTree>
      <p:nvGrpSpPr>
        <p:cNvPr id="1" name="Shape 74"/>
        <p:cNvGrpSpPr/>
        <p:nvPr/>
      </p:nvGrpSpPr>
      <p:grpSpPr>
        <a:xfrm>
          <a:off x="0" y="0"/>
          <a:ext cx="0" cy="0"/>
          <a:chOff x="0" y="0"/>
          <a:chExt cx="0" cy="0"/>
        </a:xfrm>
      </p:grpSpPr>
      <p:sp>
        <p:nvSpPr>
          <p:cNvPr id="75" name="Google Shape;75;p10"/>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76" name="Google Shape;76;p10"/>
          <p:cNvSpPr>
            <a:spLocks noGrp="1"/>
          </p:cNvSpPr>
          <p:nvPr>
            <p:ph type="pic" idx="2"/>
          </p:nvPr>
        </p:nvSpPr>
        <p:spPr>
          <a:xfrm rot="10800000">
            <a:off x="474125" y="1837225"/>
            <a:ext cx="2661000" cy="2834700"/>
          </a:xfrm>
          <a:prstGeom prst="rect">
            <a:avLst/>
          </a:prstGeom>
          <a:noFill/>
          <a:ln>
            <a:noFill/>
          </a:ln>
        </p:spPr>
      </p:sp>
      <p:sp>
        <p:nvSpPr>
          <p:cNvPr id="77" name="Google Shape;77;p10"/>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78" name="Google Shape;78;p10"/>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79" name="Google Shape;79;p10"/>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80" name="Google Shape;80;p10"/>
          <p:cNvSpPr txBox="1">
            <a:spLocks noGrp="1"/>
          </p:cNvSpPr>
          <p:nvPr>
            <p:ph type="subTitle" idx="3"/>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81" name="Google Shape;81;p10"/>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cxnSp>
        <p:nvCxnSpPr>
          <p:cNvPr id="82" name="Google Shape;82;p10"/>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83" name="Google Shape;83;p10"/>
          <p:cNvCxnSpPr/>
          <p:nvPr/>
        </p:nvCxnSpPr>
        <p:spPr>
          <a:xfrm>
            <a:off x="3239550" y="2306550"/>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84" name="Google Shape;84;p10"/>
          <p:cNvCxnSpPr/>
          <p:nvPr/>
        </p:nvCxnSpPr>
        <p:spPr>
          <a:xfrm>
            <a:off x="3239550" y="2919833"/>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85" name="Google Shape;85;p10"/>
          <p:cNvCxnSpPr/>
          <p:nvPr/>
        </p:nvCxnSpPr>
        <p:spPr>
          <a:xfrm>
            <a:off x="3239550" y="3533117"/>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86" name="Google Shape;86;p10"/>
          <p:cNvCxnSpPr/>
          <p:nvPr/>
        </p:nvCxnSpPr>
        <p:spPr>
          <a:xfrm>
            <a:off x="3239550" y="4146400"/>
            <a:ext cx="5427600" cy="0"/>
          </a:xfrm>
          <a:prstGeom prst="straightConnector1">
            <a:avLst/>
          </a:prstGeom>
          <a:noFill/>
          <a:ln w="19050" cap="flat" cmpd="sng">
            <a:solidFill>
              <a:schemeClr val="lt2"/>
            </a:solidFill>
            <a:prstDash val="solid"/>
            <a:round/>
            <a:headEnd type="none" w="med" len="med"/>
            <a:tailEnd type="none" w="med" len="med"/>
          </a:ln>
        </p:spPr>
      </p:cxnSp>
      <p:sp>
        <p:nvSpPr>
          <p:cNvPr id="87" name="Google Shape;87;p10"/>
          <p:cNvSpPr txBox="1">
            <a:spLocks noGrp="1"/>
          </p:cNvSpPr>
          <p:nvPr>
            <p:ph type="body" idx="4"/>
          </p:nvPr>
        </p:nvSpPr>
        <p:spPr>
          <a:xfrm>
            <a:off x="3600750" y="16931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88" name="Google Shape;88;p10"/>
          <p:cNvSpPr txBox="1">
            <a:spLocks noGrp="1"/>
          </p:cNvSpPr>
          <p:nvPr>
            <p:ph type="body" idx="5"/>
          </p:nvPr>
        </p:nvSpPr>
        <p:spPr>
          <a:xfrm>
            <a:off x="3600750" y="2307163"/>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89" name="Google Shape;89;p10"/>
          <p:cNvSpPr txBox="1">
            <a:spLocks noGrp="1"/>
          </p:cNvSpPr>
          <p:nvPr>
            <p:ph type="body" idx="6"/>
          </p:nvPr>
        </p:nvSpPr>
        <p:spPr>
          <a:xfrm>
            <a:off x="3600750" y="29212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90" name="Google Shape;90;p10"/>
          <p:cNvSpPr txBox="1">
            <a:spLocks noGrp="1"/>
          </p:cNvSpPr>
          <p:nvPr>
            <p:ph type="body" idx="7"/>
          </p:nvPr>
        </p:nvSpPr>
        <p:spPr>
          <a:xfrm>
            <a:off x="3600750" y="35353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91" name="Google Shape;91;p10"/>
          <p:cNvSpPr txBox="1">
            <a:spLocks noGrp="1"/>
          </p:cNvSpPr>
          <p:nvPr>
            <p:ph type="body" idx="8"/>
          </p:nvPr>
        </p:nvSpPr>
        <p:spPr>
          <a:xfrm>
            <a:off x="3600750" y="4149450"/>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nswer Text + 1 Image">
  <p:cSld name="TITLE_ONLY_1">
    <p:spTree>
      <p:nvGrpSpPr>
        <p:cNvPr id="1" name="Shape 92"/>
        <p:cNvGrpSpPr/>
        <p:nvPr/>
      </p:nvGrpSpPr>
      <p:grpSpPr>
        <a:xfrm>
          <a:off x="0" y="0"/>
          <a:ext cx="0" cy="0"/>
          <a:chOff x="0" y="0"/>
          <a:chExt cx="0" cy="0"/>
        </a:xfrm>
      </p:grpSpPr>
      <p:sp>
        <p:nvSpPr>
          <p:cNvPr id="93" name="Google Shape;93;p11"/>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94" name="Google Shape;94;p11"/>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95" name="Google Shape;95;p11"/>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6" name="Google Shape;96;p11"/>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97" name="Google Shape;97;p11"/>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98" name="Google Shape;98;p11"/>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cxnSp>
        <p:nvCxnSpPr>
          <p:cNvPr id="99" name="Google Shape;99;p11"/>
          <p:cNvCxnSpPr/>
          <p:nvPr/>
        </p:nvCxnSpPr>
        <p:spPr>
          <a:xfrm>
            <a:off x="476850" y="1693125"/>
            <a:ext cx="8190300" cy="0"/>
          </a:xfrm>
          <a:prstGeom prst="straightConnector1">
            <a:avLst/>
          </a:prstGeom>
          <a:noFill/>
          <a:ln w="19050" cap="flat" cmpd="sng">
            <a:solidFill>
              <a:schemeClr val="lt1"/>
            </a:solidFill>
            <a:prstDash val="solid"/>
            <a:round/>
            <a:headEnd type="none" w="med" len="med"/>
            <a:tailEnd type="none" w="med" len="med"/>
          </a:ln>
        </p:spPr>
      </p:cxnSp>
      <p:cxnSp>
        <p:nvCxnSpPr>
          <p:cNvPr id="100" name="Google Shape;100;p11"/>
          <p:cNvCxnSpPr/>
          <p:nvPr/>
        </p:nvCxnSpPr>
        <p:spPr>
          <a:xfrm>
            <a:off x="4695450" y="2306550"/>
            <a:ext cx="3971700" cy="0"/>
          </a:xfrm>
          <a:prstGeom prst="straightConnector1">
            <a:avLst/>
          </a:prstGeom>
          <a:noFill/>
          <a:ln w="19050" cap="flat" cmpd="sng">
            <a:solidFill>
              <a:schemeClr val="lt2"/>
            </a:solidFill>
            <a:prstDash val="solid"/>
            <a:round/>
            <a:headEnd type="none" w="med" len="med"/>
            <a:tailEnd type="none" w="med" len="med"/>
          </a:ln>
        </p:spPr>
      </p:cxnSp>
      <p:sp>
        <p:nvSpPr>
          <p:cNvPr id="101" name="Google Shape;101;p11"/>
          <p:cNvSpPr>
            <a:spLocks noGrp="1"/>
          </p:cNvSpPr>
          <p:nvPr>
            <p:ph type="pic" idx="3"/>
          </p:nvPr>
        </p:nvSpPr>
        <p:spPr>
          <a:xfrm rot="10800000">
            <a:off x="474125" y="1837225"/>
            <a:ext cx="2661000" cy="2834700"/>
          </a:xfrm>
          <a:prstGeom prst="rect">
            <a:avLst/>
          </a:prstGeom>
          <a:noFill/>
          <a:ln>
            <a:noFill/>
          </a:ln>
        </p:spPr>
      </p:sp>
      <p:cxnSp>
        <p:nvCxnSpPr>
          <p:cNvPr id="102" name="Google Shape;102;p11"/>
          <p:cNvCxnSpPr/>
          <p:nvPr/>
        </p:nvCxnSpPr>
        <p:spPr>
          <a:xfrm>
            <a:off x="3239550" y="2306550"/>
            <a:ext cx="5427600" cy="0"/>
          </a:xfrm>
          <a:prstGeom prst="straightConnector1">
            <a:avLst/>
          </a:prstGeom>
          <a:noFill/>
          <a:ln w="19050" cap="flat" cmpd="sng">
            <a:solidFill>
              <a:schemeClr val="lt1"/>
            </a:solidFill>
            <a:prstDash val="solid"/>
            <a:round/>
            <a:headEnd type="none" w="med" len="med"/>
            <a:tailEnd type="none" w="med" len="med"/>
          </a:ln>
        </p:spPr>
      </p:cxnSp>
      <p:sp>
        <p:nvSpPr>
          <p:cNvPr id="103" name="Google Shape;103;p11"/>
          <p:cNvSpPr txBox="1">
            <a:spLocks noGrp="1"/>
          </p:cNvSpPr>
          <p:nvPr>
            <p:ph type="body" idx="4"/>
          </p:nvPr>
        </p:nvSpPr>
        <p:spPr>
          <a:xfrm>
            <a:off x="3242173" y="2398650"/>
            <a:ext cx="5427600" cy="4938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104" name="Google Shape;104;p11"/>
          <p:cNvSpPr txBox="1">
            <a:spLocks noGrp="1"/>
          </p:cNvSpPr>
          <p:nvPr>
            <p:ph type="subTitle" idx="5"/>
          </p:nvPr>
        </p:nvSpPr>
        <p:spPr>
          <a:xfrm>
            <a:off x="3242158" y="1785900"/>
            <a:ext cx="21672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Question Text + 2 Images">
  <p:cSld name="TITLE_AND_TWO_COLUMNS_1_1">
    <p:bg>
      <p:bgPr>
        <a:solidFill>
          <a:schemeClr val="lt1"/>
        </a:solidFill>
        <a:effectLst/>
      </p:bgPr>
    </p:bg>
    <p:spTree>
      <p:nvGrpSpPr>
        <p:cNvPr id="1" name="Shape 105"/>
        <p:cNvGrpSpPr/>
        <p:nvPr/>
      </p:nvGrpSpPr>
      <p:grpSpPr>
        <a:xfrm>
          <a:off x="0" y="0"/>
          <a:ext cx="0" cy="0"/>
          <a:chOff x="0" y="0"/>
          <a:chExt cx="0" cy="0"/>
        </a:xfrm>
      </p:grpSpPr>
      <p:sp>
        <p:nvSpPr>
          <p:cNvPr id="106" name="Google Shape;106;p12"/>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07" name="Google Shape;107;p12"/>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08" name="Google Shape;108;p12"/>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9" name="Google Shape;109;p12"/>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10" name="Google Shape;110;p12"/>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11" name="Google Shape;111;p12"/>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cxnSp>
        <p:nvCxnSpPr>
          <p:cNvPr id="112" name="Google Shape;112;p12"/>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sp>
        <p:nvSpPr>
          <p:cNvPr id="113" name="Google Shape;113;p12"/>
          <p:cNvSpPr>
            <a:spLocks noGrp="1"/>
          </p:cNvSpPr>
          <p:nvPr>
            <p:ph type="pic" idx="3"/>
          </p:nvPr>
        </p:nvSpPr>
        <p:spPr>
          <a:xfrm>
            <a:off x="474225" y="1837225"/>
            <a:ext cx="2661000" cy="1371600"/>
          </a:xfrm>
          <a:prstGeom prst="rect">
            <a:avLst/>
          </a:prstGeom>
          <a:noFill/>
          <a:ln>
            <a:noFill/>
          </a:ln>
        </p:spPr>
      </p:sp>
      <p:sp>
        <p:nvSpPr>
          <p:cNvPr id="114" name="Google Shape;114;p12"/>
          <p:cNvSpPr>
            <a:spLocks noGrp="1"/>
          </p:cNvSpPr>
          <p:nvPr>
            <p:ph type="pic" idx="4"/>
          </p:nvPr>
        </p:nvSpPr>
        <p:spPr>
          <a:xfrm>
            <a:off x="474225" y="3300325"/>
            <a:ext cx="2661000" cy="1371600"/>
          </a:xfrm>
          <a:prstGeom prst="rect">
            <a:avLst/>
          </a:prstGeom>
          <a:noFill/>
          <a:ln>
            <a:noFill/>
          </a:ln>
        </p:spPr>
      </p:sp>
      <p:cxnSp>
        <p:nvCxnSpPr>
          <p:cNvPr id="115" name="Google Shape;115;p12"/>
          <p:cNvCxnSpPr/>
          <p:nvPr/>
        </p:nvCxnSpPr>
        <p:spPr>
          <a:xfrm>
            <a:off x="3239550" y="2306550"/>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116" name="Google Shape;116;p12"/>
          <p:cNvCxnSpPr/>
          <p:nvPr/>
        </p:nvCxnSpPr>
        <p:spPr>
          <a:xfrm>
            <a:off x="3239550" y="2919833"/>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117" name="Google Shape;117;p12"/>
          <p:cNvCxnSpPr/>
          <p:nvPr/>
        </p:nvCxnSpPr>
        <p:spPr>
          <a:xfrm>
            <a:off x="3239550" y="3533117"/>
            <a:ext cx="5427600" cy="0"/>
          </a:xfrm>
          <a:prstGeom prst="straightConnector1">
            <a:avLst/>
          </a:prstGeom>
          <a:noFill/>
          <a:ln w="19050" cap="flat" cmpd="sng">
            <a:solidFill>
              <a:schemeClr val="lt2"/>
            </a:solidFill>
            <a:prstDash val="solid"/>
            <a:round/>
            <a:headEnd type="none" w="med" len="med"/>
            <a:tailEnd type="none" w="med" len="med"/>
          </a:ln>
        </p:spPr>
      </p:cxnSp>
      <p:cxnSp>
        <p:nvCxnSpPr>
          <p:cNvPr id="118" name="Google Shape;118;p12"/>
          <p:cNvCxnSpPr/>
          <p:nvPr/>
        </p:nvCxnSpPr>
        <p:spPr>
          <a:xfrm>
            <a:off x="3239550" y="4146400"/>
            <a:ext cx="5427600" cy="0"/>
          </a:xfrm>
          <a:prstGeom prst="straightConnector1">
            <a:avLst/>
          </a:prstGeom>
          <a:noFill/>
          <a:ln w="19050" cap="flat" cmpd="sng">
            <a:solidFill>
              <a:schemeClr val="lt2"/>
            </a:solidFill>
            <a:prstDash val="solid"/>
            <a:round/>
            <a:headEnd type="none" w="med" len="med"/>
            <a:tailEnd type="none" w="med" len="med"/>
          </a:ln>
        </p:spPr>
      </p:cxnSp>
      <p:sp>
        <p:nvSpPr>
          <p:cNvPr id="119" name="Google Shape;119;p12"/>
          <p:cNvSpPr txBox="1">
            <a:spLocks noGrp="1"/>
          </p:cNvSpPr>
          <p:nvPr>
            <p:ph type="body" idx="5"/>
          </p:nvPr>
        </p:nvSpPr>
        <p:spPr>
          <a:xfrm>
            <a:off x="3600750" y="16931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20" name="Google Shape;120;p12"/>
          <p:cNvSpPr txBox="1">
            <a:spLocks noGrp="1"/>
          </p:cNvSpPr>
          <p:nvPr>
            <p:ph type="body" idx="6"/>
          </p:nvPr>
        </p:nvSpPr>
        <p:spPr>
          <a:xfrm>
            <a:off x="3600750" y="2307163"/>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21" name="Google Shape;121;p12"/>
          <p:cNvSpPr txBox="1">
            <a:spLocks noGrp="1"/>
          </p:cNvSpPr>
          <p:nvPr>
            <p:ph type="body" idx="7"/>
          </p:nvPr>
        </p:nvSpPr>
        <p:spPr>
          <a:xfrm>
            <a:off x="3600750" y="29212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22" name="Google Shape;122;p12"/>
          <p:cNvSpPr txBox="1">
            <a:spLocks noGrp="1"/>
          </p:cNvSpPr>
          <p:nvPr>
            <p:ph type="body" idx="8"/>
          </p:nvPr>
        </p:nvSpPr>
        <p:spPr>
          <a:xfrm>
            <a:off x="3600750" y="3535325"/>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23" name="Google Shape;123;p12"/>
          <p:cNvSpPr txBox="1">
            <a:spLocks noGrp="1"/>
          </p:cNvSpPr>
          <p:nvPr>
            <p:ph type="body" idx="9"/>
          </p:nvPr>
        </p:nvSpPr>
        <p:spPr>
          <a:xfrm>
            <a:off x="3600750" y="4149450"/>
            <a:ext cx="50664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nswer Text + 2 Images">
  <p:cSld name="TITLE_ONLY_1_1">
    <p:spTree>
      <p:nvGrpSpPr>
        <p:cNvPr id="1" name="Shape 124"/>
        <p:cNvGrpSpPr/>
        <p:nvPr/>
      </p:nvGrpSpPr>
      <p:grpSpPr>
        <a:xfrm>
          <a:off x="0" y="0"/>
          <a:ext cx="0" cy="0"/>
          <a:chOff x="0" y="0"/>
          <a:chExt cx="0" cy="0"/>
        </a:xfrm>
      </p:grpSpPr>
      <p:sp>
        <p:nvSpPr>
          <p:cNvPr id="125" name="Google Shape;125;p13"/>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26" name="Google Shape;126;p13"/>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27" name="Google Shape;127;p13"/>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8" name="Google Shape;128;p13"/>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129" name="Google Shape;129;p13"/>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1pPr>
            <a:lvl2pPr lvl="1">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2pPr>
            <a:lvl3pPr lvl="2">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3pPr>
            <a:lvl4pPr lvl="3">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4pPr>
            <a:lvl5pPr lvl="4">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5pPr>
            <a:lvl6pPr lvl="5">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6pPr>
            <a:lvl7pPr lvl="6">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7pPr>
            <a:lvl8pPr lvl="7">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8pPr>
            <a:lvl9pPr lvl="8">
              <a:spcBef>
                <a:spcPts val="0"/>
              </a:spcBef>
              <a:spcAft>
                <a:spcPts val="0"/>
              </a:spcAft>
              <a:buSzPts val="1000"/>
              <a:buFont typeface="Chakra Petch SemiBold"/>
              <a:buNone/>
              <a:defRPr sz="1000">
                <a:latin typeface="Chakra Petch SemiBold"/>
                <a:ea typeface="Chakra Petch SemiBold"/>
                <a:cs typeface="Chakra Petch SemiBold"/>
                <a:sym typeface="Chakra Petch SemiBold"/>
              </a:defRPr>
            </a:lvl9pPr>
          </a:lstStyle>
          <a:p>
            <a:endParaRPr/>
          </a:p>
        </p:txBody>
      </p:sp>
      <p:sp>
        <p:nvSpPr>
          <p:cNvPr id="130" name="Google Shape;130;p13"/>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cxnSp>
        <p:nvCxnSpPr>
          <p:cNvPr id="131" name="Google Shape;131;p13"/>
          <p:cNvCxnSpPr/>
          <p:nvPr/>
        </p:nvCxnSpPr>
        <p:spPr>
          <a:xfrm>
            <a:off x="476850" y="1693125"/>
            <a:ext cx="8190300" cy="0"/>
          </a:xfrm>
          <a:prstGeom prst="straightConnector1">
            <a:avLst/>
          </a:prstGeom>
          <a:noFill/>
          <a:ln w="19050" cap="flat" cmpd="sng">
            <a:solidFill>
              <a:schemeClr val="lt1"/>
            </a:solidFill>
            <a:prstDash val="solid"/>
            <a:round/>
            <a:headEnd type="none" w="med" len="med"/>
            <a:tailEnd type="none" w="med" len="med"/>
          </a:ln>
        </p:spPr>
      </p:cxnSp>
      <p:sp>
        <p:nvSpPr>
          <p:cNvPr id="132" name="Google Shape;132;p13"/>
          <p:cNvSpPr>
            <a:spLocks noGrp="1"/>
          </p:cNvSpPr>
          <p:nvPr>
            <p:ph type="pic" idx="3"/>
          </p:nvPr>
        </p:nvSpPr>
        <p:spPr>
          <a:xfrm>
            <a:off x="474225" y="1837225"/>
            <a:ext cx="2661000" cy="1371600"/>
          </a:xfrm>
          <a:prstGeom prst="rect">
            <a:avLst/>
          </a:prstGeom>
          <a:noFill/>
          <a:ln>
            <a:noFill/>
          </a:ln>
        </p:spPr>
      </p:sp>
      <p:sp>
        <p:nvSpPr>
          <p:cNvPr id="133" name="Google Shape;133;p13"/>
          <p:cNvSpPr>
            <a:spLocks noGrp="1"/>
          </p:cNvSpPr>
          <p:nvPr>
            <p:ph type="pic" idx="4"/>
          </p:nvPr>
        </p:nvSpPr>
        <p:spPr>
          <a:xfrm>
            <a:off x="474225" y="3300325"/>
            <a:ext cx="2661000" cy="1371600"/>
          </a:xfrm>
          <a:prstGeom prst="rect">
            <a:avLst/>
          </a:prstGeom>
          <a:noFill/>
          <a:ln>
            <a:noFill/>
          </a:ln>
        </p:spPr>
      </p:sp>
      <p:cxnSp>
        <p:nvCxnSpPr>
          <p:cNvPr id="134" name="Google Shape;134;p13"/>
          <p:cNvCxnSpPr/>
          <p:nvPr/>
        </p:nvCxnSpPr>
        <p:spPr>
          <a:xfrm>
            <a:off x="4695450" y="2306550"/>
            <a:ext cx="3971700" cy="0"/>
          </a:xfrm>
          <a:prstGeom prst="straightConnector1">
            <a:avLst/>
          </a:prstGeom>
          <a:noFill/>
          <a:ln w="19050" cap="flat" cmpd="sng">
            <a:solidFill>
              <a:schemeClr val="lt2"/>
            </a:solidFill>
            <a:prstDash val="solid"/>
            <a:round/>
            <a:headEnd type="none" w="med" len="med"/>
            <a:tailEnd type="none" w="med" len="med"/>
          </a:ln>
        </p:spPr>
      </p:cxnSp>
      <p:cxnSp>
        <p:nvCxnSpPr>
          <p:cNvPr id="135" name="Google Shape;135;p13"/>
          <p:cNvCxnSpPr/>
          <p:nvPr/>
        </p:nvCxnSpPr>
        <p:spPr>
          <a:xfrm>
            <a:off x="3239550" y="2306550"/>
            <a:ext cx="5427600" cy="0"/>
          </a:xfrm>
          <a:prstGeom prst="straightConnector1">
            <a:avLst/>
          </a:prstGeom>
          <a:noFill/>
          <a:ln w="19050" cap="flat" cmpd="sng">
            <a:solidFill>
              <a:schemeClr val="lt1"/>
            </a:solidFill>
            <a:prstDash val="solid"/>
            <a:round/>
            <a:headEnd type="none" w="med" len="med"/>
            <a:tailEnd type="none" w="med" len="med"/>
          </a:ln>
        </p:spPr>
      </p:cxnSp>
      <p:sp>
        <p:nvSpPr>
          <p:cNvPr id="136" name="Google Shape;136;p13"/>
          <p:cNvSpPr txBox="1">
            <a:spLocks noGrp="1"/>
          </p:cNvSpPr>
          <p:nvPr>
            <p:ph type="body" idx="5"/>
          </p:nvPr>
        </p:nvSpPr>
        <p:spPr>
          <a:xfrm>
            <a:off x="3242173" y="2398650"/>
            <a:ext cx="5427600" cy="4938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137" name="Google Shape;137;p13"/>
          <p:cNvSpPr txBox="1">
            <a:spLocks noGrp="1"/>
          </p:cNvSpPr>
          <p:nvPr>
            <p:ph type="subTitle" idx="6"/>
          </p:nvPr>
        </p:nvSpPr>
        <p:spPr>
          <a:xfrm>
            <a:off x="3242158" y="1785900"/>
            <a:ext cx="21672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body text">
  <p:cSld name="ONE_COLUMN_TEXT">
    <p:bg>
      <p:bgPr>
        <a:solidFill>
          <a:schemeClr val="lt1"/>
        </a:solidFill>
        <a:effectLst/>
      </p:bgPr>
    </p:bg>
    <p:spTree>
      <p:nvGrpSpPr>
        <p:cNvPr id="1" name="Shape 138"/>
        <p:cNvGrpSpPr/>
        <p:nvPr/>
      </p:nvGrpSpPr>
      <p:grpSpPr>
        <a:xfrm>
          <a:off x="0" y="0"/>
          <a:ext cx="0" cy="0"/>
          <a:chOff x="0" y="0"/>
          <a:chExt cx="0" cy="0"/>
        </a:xfrm>
      </p:grpSpPr>
      <p:sp>
        <p:nvSpPr>
          <p:cNvPr id="139" name="Google Shape;139;p14"/>
          <p:cNvSpPr/>
          <p:nvPr/>
        </p:nvSpPr>
        <p:spPr>
          <a:xfrm>
            <a:off x="365550" y="363450"/>
            <a:ext cx="8412900" cy="4416600"/>
          </a:xfrm>
          <a:prstGeom prst="snip2DiagRect">
            <a:avLst>
              <a:gd name="adj1" fmla="val 0"/>
              <a:gd name="adj2" fmla="val 20836"/>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40" name="Google Shape;140;p14"/>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41" name="Google Shape;141;p14"/>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42" name="Google Shape;142;p14"/>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43" name="Google Shape;143;p14"/>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4" name="Google Shape;144;p14"/>
          <p:cNvSpPr txBox="1">
            <a:spLocks noGrp="1"/>
          </p:cNvSpPr>
          <p:nvPr>
            <p:ph type="body" idx="3"/>
          </p:nvPr>
        </p:nvSpPr>
        <p:spPr>
          <a:xfrm>
            <a:off x="365625" y="794977"/>
            <a:ext cx="8412600" cy="1371600"/>
          </a:xfrm>
          <a:prstGeom prst="rect">
            <a:avLst/>
          </a:prstGeom>
        </p:spPr>
        <p:txBody>
          <a:bodyPr spcFirstLastPara="1" wrap="square" lIns="91425" tIns="91425" rIns="91425" bIns="91425" anchor="t" anchorCtr="0">
            <a:noAutofit/>
          </a:bodyPr>
          <a:lstStyle>
            <a:lvl1pPr marL="457200" lvl="0"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1pPr>
            <a:lvl2pPr marL="914400" lvl="1"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2pPr>
            <a:lvl3pPr marL="1371600" lvl="2"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3pPr>
            <a:lvl4pPr marL="1828800" lvl="3"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4pPr>
            <a:lvl5pPr marL="2286000" lvl="4"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5pPr>
            <a:lvl6pPr marL="2743200" lvl="5"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6pPr>
            <a:lvl7pPr marL="3200400" lvl="6"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7pPr>
            <a:lvl8pPr marL="3657600" lvl="7"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8pPr>
            <a:lvl9pPr marL="4114800" lvl="8" indent="-546100">
              <a:spcBef>
                <a:spcPts val="0"/>
              </a:spcBef>
              <a:spcAft>
                <a:spcPts val="0"/>
              </a:spcAft>
              <a:buClr>
                <a:schemeClr val="dk1"/>
              </a:buClr>
              <a:buSzPts val="5000"/>
              <a:buFont typeface="Chakra Petch Medium"/>
              <a:buChar char="■"/>
              <a:defRPr sz="5000">
                <a:solidFill>
                  <a:schemeClr val="dk1"/>
                </a:solidFill>
                <a:latin typeface="Chakra Petch Medium"/>
                <a:ea typeface="Chakra Petch Medium"/>
                <a:cs typeface="Chakra Petch Medium"/>
                <a:sym typeface="Chakra Petch Medium"/>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core overview">
  <p:cSld name="ONE_COLUMN_TEXT_1">
    <p:bg>
      <p:bgPr>
        <a:solidFill>
          <a:schemeClr val="lt1"/>
        </a:solidFill>
        <a:effectLst/>
      </p:bgPr>
    </p:bg>
    <p:spTree>
      <p:nvGrpSpPr>
        <p:cNvPr id="1" name="Shape 145"/>
        <p:cNvGrpSpPr/>
        <p:nvPr/>
      </p:nvGrpSpPr>
      <p:grpSpPr>
        <a:xfrm>
          <a:off x="0" y="0"/>
          <a:ext cx="0" cy="0"/>
          <a:chOff x="0" y="0"/>
          <a:chExt cx="0" cy="0"/>
        </a:xfrm>
      </p:grpSpPr>
      <p:sp>
        <p:nvSpPr>
          <p:cNvPr id="146" name="Google Shape;146;p15"/>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cxnSp>
        <p:nvCxnSpPr>
          <p:cNvPr id="147" name="Google Shape;147;p15"/>
          <p:cNvCxnSpPr/>
          <p:nvPr/>
        </p:nvCxnSpPr>
        <p:spPr>
          <a:xfrm>
            <a:off x="478850" y="2307175"/>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148" name="Google Shape;148;p15"/>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149" name="Google Shape;149;p15"/>
          <p:cNvCxnSpPr/>
          <p:nvPr/>
        </p:nvCxnSpPr>
        <p:spPr>
          <a:xfrm>
            <a:off x="479100" y="2921234"/>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150" name="Google Shape;150;p15"/>
          <p:cNvCxnSpPr/>
          <p:nvPr/>
        </p:nvCxnSpPr>
        <p:spPr>
          <a:xfrm>
            <a:off x="479100" y="3535292"/>
            <a:ext cx="8190300" cy="0"/>
          </a:xfrm>
          <a:prstGeom prst="straightConnector1">
            <a:avLst/>
          </a:prstGeom>
          <a:noFill/>
          <a:ln w="19050" cap="flat" cmpd="sng">
            <a:solidFill>
              <a:schemeClr val="lt2"/>
            </a:solidFill>
            <a:prstDash val="solid"/>
            <a:round/>
            <a:headEnd type="none" w="med" len="med"/>
            <a:tailEnd type="none" w="med" len="med"/>
          </a:ln>
        </p:spPr>
      </p:cxnSp>
      <p:cxnSp>
        <p:nvCxnSpPr>
          <p:cNvPr id="151" name="Google Shape;151;p15"/>
          <p:cNvCxnSpPr/>
          <p:nvPr/>
        </p:nvCxnSpPr>
        <p:spPr>
          <a:xfrm>
            <a:off x="479100" y="4149350"/>
            <a:ext cx="8190300" cy="0"/>
          </a:xfrm>
          <a:prstGeom prst="straightConnector1">
            <a:avLst/>
          </a:prstGeom>
          <a:noFill/>
          <a:ln w="19050" cap="flat" cmpd="sng">
            <a:solidFill>
              <a:schemeClr val="lt2"/>
            </a:solidFill>
            <a:prstDash val="solid"/>
            <a:round/>
            <a:headEnd type="none" w="med" len="med"/>
            <a:tailEnd type="none" w="med" len="med"/>
          </a:ln>
        </p:spPr>
      </p:cxnSp>
      <p:sp>
        <p:nvSpPr>
          <p:cNvPr id="152" name="Google Shape;152;p15"/>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53" name="Google Shape;153;p15"/>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1pPr>
            <a:lvl2pPr lvl="1">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2pPr>
            <a:lvl3pPr lvl="2">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3pPr>
            <a:lvl4pPr lvl="3">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4pPr>
            <a:lvl5pPr lvl="4">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5pPr>
            <a:lvl6pPr lvl="5">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6pPr>
            <a:lvl7pPr lvl="6">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7pPr>
            <a:lvl8pPr lvl="7">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8pPr>
            <a:lvl9pPr lvl="8">
              <a:spcBef>
                <a:spcPts val="0"/>
              </a:spcBef>
              <a:spcAft>
                <a:spcPts val="0"/>
              </a:spcAft>
              <a:buClr>
                <a:schemeClr val="lt2"/>
              </a:buClr>
              <a:buSzPts val="1000"/>
              <a:buFont typeface="Chakra Petch SemiBold"/>
              <a:buNone/>
              <a:defRPr sz="1000">
                <a:solidFill>
                  <a:schemeClr val="lt2"/>
                </a:solidFill>
                <a:latin typeface="Chakra Petch SemiBold"/>
                <a:ea typeface="Chakra Petch SemiBold"/>
                <a:cs typeface="Chakra Petch SemiBold"/>
                <a:sym typeface="Chakra Petch SemiBold"/>
              </a:defRPr>
            </a:lvl9pPr>
          </a:lstStyle>
          <a:p>
            <a:endParaRPr/>
          </a:p>
        </p:txBody>
      </p:sp>
      <p:sp>
        <p:nvSpPr>
          <p:cNvPr id="154" name="Google Shape;154;p15"/>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55" name="Google Shape;155;p15"/>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56" name="Google Shape;156;p15"/>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cxnSp>
        <p:nvCxnSpPr>
          <p:cNvPr id="157" name="Google Shape;157;p15"/>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sp>
        <p:nvSpPr>
          <p:cNvPr id="158" name="Google Shape;158;p15"/>
          <p:cNvSpPr txBox="1">
            <a:spLocks noGrp="1"/>
          </p:cNvSpPr>
          <p:nvPr>
            <p:ph type="body" idx="3"/>
          </p:nvPr>
        </p:nvSpPr>
        <p:spPr>
          <a:xfrm>
            <a:off x="4630525" y="1693125"/>
            <a:ext cx="4110600" cy="614100"/>
          </a:xfrm>
          <a:prstGeom prst="rect">
            <a:avLst/>
          </a:prstGeom>
        </p:spPr>
        <p:txBody>
          <a:bodyPr spcFirstLastPara="1" wrap="square" lIns="91425" tIns="91425" rIns="91425" bIns="91425" anchor="ctr" anchorCtr="0">
            <a:normAutofit/>
          </a:bodyPr>
          <a:lstStyle>
            <a:lvl1pPr marL="457200" lvl="0" indent="-355600" algn="r">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gn="r">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gn="r">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gn="r">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gn="r">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gn="r">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gn="r">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gn="r">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gn="r">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59" name="Google Shape;159;p15"/>
          <p:cNvSpPr txBox="1">
            <a:spLocks noGrp="1"/>
          </p:cNvSpPr>
          <p:nvPr>
            <p:ph type="body" idx="4"/>
          </p:nvPr>
        </p:nvSpPr>
        <p:spPr>
          <a:xfrm>
            <a:off x="4630525" y="2307163"/>
            <a:ext cx="4110600" cy="614100"/>
          </a:xfrm>
          <a:prstGeom prst="rect">
            <a:avLst/>
          </a:prstGeom>
        </p:spPr>
        <p:txBody>
          <a:bodyPr spcFirstLastPara="1" wrap="square" lIns="91425" tIns="91425" rIns="91425" bIns="91425" anchor="ctr" anchorCtr="0">
            <a:normAutofit/>
          </a:bodyPr>
          <a:lstStyle>
            <a:lvl1pPr marL="457200" lvl="0" indent="-355600" algn="r">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gn="r">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gn="r">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gn="r">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gn="r">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gn="r">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gn="r">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gn="r">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gn="r">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0" name="Google Shape;160;p15"/>
          <p:cNvSpPr txBox="1">
            <a:spLocks noGrp="1"/>
          </p:cNvSpPr>
          <p:nvPr>
            <p:ph type="body" idx="5"/>
          </p:nvPr>
        </p:nvSpPr>
        <p:spPr>
          <a:xfrm>
            <a:off x="4630525" y="2921225"/>
            <a:ext cx="4110600" cy="614100"/>
          </a:xfrm>
          <a:prstGeom prst="rect">
            <a:avLst/>
          </a:prstGeom>
        </p:spPr>
        <p:txBody>
          <a:bodyPr spcFirstLastPara="1" wrap="square" lIns="91425" tIns="91425" rIns="91425" bIns="91425" anchor="ctr" anchorCtr="0">
            <a:normAutofit/>
          </a:bodyPr>
          <a:lstStyle>
            <a:lvl1pPr marL="457200" lvl="0" indent="-355600" algn="r">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gn="r">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gn="r">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gn="r">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gn="r">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gn="r">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gn="r">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gn="r">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gn="r">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1" name="Google Shape;161;p15"/>
          <p:cNvSpPr txBox="1">
            <a:spLocks noGrp="1"/>
          </p:cNvSpPr>
          <p:nvPr>
            <p:ph type="body" idx="6"/>
          </p:nvPr>
        </p:nvSpPr>
        <p:spPr>
          <a:xfrm>
            <a:off x="4630525" y="3535325"/>
            <a:ext cx="4110600" cy="614100"/>
          </a:xfrm>
          <a:prstGeom prst="rect">
            <a:avLst/>
          </a:prstGeom>
        </p:spPr>
        <p:txBody>
          <a:bodyPr spcFirstLastPara="1" wrap="square" lIns="91425" tIns="91425" rIns="91425" bIns="91425" anchor="ctr" anchorCtr="0">
            <a:normAutofit/>
          </a:bodyPr>
          <a:lstStyle>
            <a:lvl1pPr marL="457200" lvl="0" indent="-355600" algn="r">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gn="r">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gn="r">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gn="r">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gn="r">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gn="r">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gn="r">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gn="r">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gn="r">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2" name="Google Shape;162;p15"/>
          <p:cNvSpPr txBox="1">
            <a:spLocks noGrp="1"/>
          </p:cNvSpPr>
          <p:nvPr>
            <p:ph type="body" idx="7"/>
          </p:nvPr>
        </p:nvSpPr>
        <p:spPr>
          <a:xfrm>
            <a:off x="4630525" y="4149450"/>
            <a:ext cx="4110600" cy="614100"/>
          </a:xfrm>
          <a:prstGeom prst="rect">
            <a:avLst/>
          </a:prstGeom>
        </p:spPr>
        <p:txBody>
          <a:bodyPr spcFirstLastPara="1" wrap="square" lIns="91425" tIns="91425" rIns="91425" bIns="91425" anchor="ctr" anchorCtr="0">
            <a:normAutofit/>
          </a:bodyPr>
          <a:lstStyle>
            <a:lvl1pPr marL="457200" lvl="0" indent="-355600" algn="r">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gn="r">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gn="r">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gn="r">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gn="r">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gn="r">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gn="r">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gn="r">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gn="r">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3" name="Google Shape;163;p15"/>
          <p:cNvSpPr txBox="1">
            <a:spLocks noGrp="1"/>
          </p:cNvSpPr>
          <p:nvPr>
            <p:ph type="body" idx="8"/>
          </p:nvPr>
        </p:nvSpPr>
        <p:spPr>
          <a:xfrm>
            <a:off x="396350" y="2307163"/>
            <a:ext cx="42342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4" name="Google Shape;164;p15"/>
          <p:cNvSpPr txBox="1">
            <a:spLocks noGrp="1"/>
          </p:cNvSpPr>
          <p:nvPr>
            <p:ph type="body" idx="9"/>
          </p:nvPr>
        </p:nvSpPr>
        <p:spPr>
          <a:xfrm>
            <a:off x="396350" y="2921225"/>
            <a:ext cx="42342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5" name="Google Shape;165;p15"/>
          <p:cNvSpPr txBox="1">
            <a:spLocks noGrp="1"/>
          </p:cNvSpPr>
          <p:nvPr>
            <p:ph type="body" idx="13"/>
          </p:nvPr>
        </p:nvSpPr>
        <p:spPr>
          <a:xfrm>
            <a:off x="396350" y="3535325"/>
            <a:ext cx="42342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6" name="Google Shape;166;p15"/>
          <p:cNvSpPr txBox="1">
            <a:spLocks noGrp="1"/>
          </p:cNvSpPr>
          <p:nvPr>
            <p:ph type="body" idx="14"/>
          </p:nvPr>
        </p:nvSpPr>
        <p:spPr>
          <a:xfrm>
            <a:off x="396350" y="4149450"/>
            <a:ext cx="42342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
        <p:nvSpPr>
          <p:cNvPr id="167" name="Google Shape;167;p15"/>
          <p:cNvSpPr txBox="1">
            <a:spLocks noGrp="1"/>
          </p:cNvSpPr>
          <p:nvPr>
            <p:ph type="body" idx="15"/>
          </p:nvPr>
        </p:nvSpPr>
        <p:spPr>
          <a:xfrm>
            <a:off x="396350" y="1693125"/>
            <a:ext cx="4234200" cy="614100"/>
          </a:xfrm>
          <a:prstGeom prst="rect">
            <a:avLst/>
          </a:prstGeom>
        </p:spPr>
        <p:txBody>
          <a:bodyPr spcFirstLastPara="1" wrap="square" lIns="91425" tIns="91425" rIns="91425" bIns="91425" anchor="ctr"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p:cSld name="CUSTOM">
    <p:spTree>
      <p:nvGrpSpPr>
        <p:cNvPr id="1" name="Shape 168"/>
        <p:cNvGrpSpPr/>
        <p:nvPr/>
      </p:nvGrpSpPr>
      <p:grpSpPr>
        <a:xfrm>
          <a:off x="0" y="0"/>
          <a:ext cx="0" cy="0"/>
          <a:chOff x="0" y="0"/>
          <a:chExt cx="0" cy="0"/>
        </a:xfrm>
      </p:grpSpPr>
      <p:sp>
        <p:nvSpPr>
          <p:cNvPr id="169" name="Google Shape;169;p1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p:cSld name="CUSTOM_4">
    <p:bg>
      <p:bgPr>
        <a:solidFill>
          <a:schemeClr val="dk1"/>
        </a:solidFill>
        <a:effectLst/>
      </p:bgPr>
    </p:bg>
    <p:spTree>
      <p:nvGrpSpPr>
        <p:cNvPr id="1" name="Shape 170"/>
        <p:cNvGrpSpPr/>
        <p:nvPr/>
      </p:nvGrpSpPr>
      <p:grpSpPr>
        <a:xfrm>
          <a:off x="0" y="0"/>
          <a:ext cx="0" cy="0"/>
          <a:chOff x="0" y="0"/>
          <a:chExt cx="0" cy="0"/>
        </a:xfrm>
      </p:grpSpPr>
      <p:grpSp>
        <p:nvGrpSpPr>
          <p:cNvPr id="171" name="Google Shape;171;p17"/>
          <p:cNvGrpSpPr/>
          <p:nvPr/>
        </p:nvGrpSpPr>
        <p:grpSpPr>
          <a:xfrm>
            <a:off x="0" y="0"/>
            <a:ext cx="9144000" cy="5130000"/>
            <a:chOff x="0" y="0"/>
            <a:chExt cx="9144000" cy="5130000"/>
          </a:xfrm>
        </p:grpSpPr>
        <p:sp>
          <p:nvSpPr>
            <p:cNvPr id="172" name="Google Shape;172;p17"/>
            <p:cNvSpPr/>
            <p:nvPr/>
          </p:nvSpPr>
          <p:spPr>
            <a:xfrm flipH="1">
              <a:off x="175600" y="250800"/>
              <a:ext cx="8603100" cy="4529400"/>
            </a:xfrm>
            <a:prstGeom prst="snip2DiagRect">
              <a:avLst>
                <a:gd name="adj1" fmla="val 0"/>
                <a:gd name="adj2" fmla="val 20836"/>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grpSp>
          <p:nvGrpSpPr>
            <p:cNvPr id="173" name="Google Shape;173;p17"/>
            <p:cNvGrpSpPr/>
            <p:nvPr/>
          </p:nvGrpSpPr>
          <p:grpSpPr>
            <a:xfrm>
              <a:off x="0" y="0"/>
              <a:ext cx="9144000" cy="5130000"/>
              <a:chOff x="0" y="0"/>
              <a:chExt cx="9144000" cy="5130000"/>
            </a:xfrm>
          </p:grpSpPr>
          <p:sp>
            <p:nvSpPr>
              <p:cNvPr id="174" name="Google Shape;174;p17"/>
              <p:cNvSpPr/>
              <p:nvPr/>
            </p:nvSpPr>
            <p:spPr>
              <a:xfrm>
                <a:off x="0" y="0"/>
                <a:ext cx="1425000" cy="1244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75" name="Google Shape;175;p17"/>
              <p:cNvSpPr/>
              <p:nvPr/>
            </p:nvSpPr>
            <p:spPr>
              <a:xfrm>
                <a:off x="0" y="0"/>
                <a:ext cx="9144000" cy="363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76" name="Google Shape;176;p17"/>
              <p:cNvSpPr/>
              <p:nvPr/>
            </p:nvSpPr>
            <p:spPr>
              <a:xfrm rot="5400000">
                <a:off x="-2383200" y="2383200"/>
                <a:ext cx="5130000" cy="3636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grpSp>
      </p:grpSp>
      <p:sp>
        <p:nvSpPr>
          <p:cNvPr id="177" name="Google Shape;177;p1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78" name="Google Shape;178;p17"/>
          <p:cNvSpPr txBox="1">
            <a:spLocks noGrp="1"/>
          </p:cNvSpPr>
          <p:nvPr>
            <p:ph type="title"/>
          </p:nvPr>
        </p:nvSpPr>
        <p:spPr>
          <a:xfrm>
            <a:off x="232050" y="2112300"/>
            <a:ext cx="8321100" cy="2651700"/>
          </a:xfrm>
          <a:prstGeom prst="rect">
            <a:avLst/>
          </a:prstGeom>
        </p:spPr>
        <p:txBody>
          <a:bodyPr spcFirstLastPara="1" wrap="square" lIns="91425" tIns="91425" rIns="91425" bIns="91425" anchor="b" anchorCtr="0">
            <a:noAutofit/>
          </a:bodyPr>
          <a:lstStyle>
            <a:lvl1pPr lvl="0">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1pPr>
            <a:lvl2pPr lvl="1">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2pPr>
            <a:lvl3pPr lvl="2">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3pPr>
            <a:lvl4pPr lvl="3">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4pPr>
            <a:lvl5pPr lvl="4">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5pPr>
            <a:lvl6pPr lvl="5">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6pPr>
            <a:lvl7pPr lvl="6">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7pPr>
            <a:lvl8pPr lvl="7">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8pPr>
            <a:lvl9pPr lvl="8">
              <a:spcBef>
                <a:spcPts val="0"/>
              </a:spcBef>
              <a:spcAft>
                <a:spcPts val="0"/>
              </a:spcAft>
              <a:buSzPts val="10500"/>
              <a:buFont typeface="Chakra Petch SemiBold"/>
              <a:buNone/>
              <a:defRPr sz="10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p:cSld name="CUSTOM_5">
    <p:spTree>
      <p:nvGrpSpPr>
        <p:cNvPr id="1" name="Shape 179"/>
        <p:cNvGrpSpPr/>
        <p:nvPr/>
      </p:nvGrpSpPr>
      <p:grpSpPr>
        <a:xfrm>
          <a:off x="0" y="0"/>
          <a:ext cx="0" cy="0"/>
          <a:chOff x="0" y="0"/>
          <a:chExt cx="0" cy="0"/>
        </a:xfrm>
      </p:grpSpPr>
      <p:sp>
        <p:nvSpPr>
          <p:cNvPr id="180" name="Google Shape;180;p18"/>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81" name="Google Shape;181;p18"/>
          <p:cNvSpPr/>
          <p:nvPr/>
        </p:nvSpPr>
        <p:spPr>
          <a:xfrm>
            <a:off x="365550" y="363450"/>
            <a:ext cx="8412900" cy="4416600"/>
          </a:xfrm>
          <a:prstGeom prst="snip2DiagRect">
            <a:avLst>
              <a:gd name="adj1" fmla="val 0"/>
              <a:gd name="adj2" fmla="val 2083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82" name="Google Shape;182;p18"/>
          <p:cNvSpPr txBox="1">
            <a:spLocks noGrp="1"/>
          </p:cNvSpPr>
          <p:nvPr>
            <p:ph type="title"/>
          </p:nvPr>
        </p:nvSpPr>
        <p:spPr>
          <a:xfrm>
            <a:off x="1127850" y="1691230"/>
            <a:ext cx="6885300" cy="813900"/>
          </a:xfrm>
          <a:prstGeom prst="rect">
            <a:avLst/>
          </a:prstGeom>
        </p:spPr>
        <p:txBody>
          <a:bodyPr spcFirstLastPara="1" wrap="square" lIns="91425" tIns="91425" rIns="91425" bIns="91425" anchor="b" anchorCtr="0">
            <a:noAutofit/>
          </a:bodyPr>
          <a:lstStyle>
            <a:lvl1pPr lvl="0">
              <a:spcBef>
                <a:spcPts val="0"/>
              </a:spcBef>
              <a:spcAft>
                <a:spcPts val="0"/>
              </a:spcAft>
              <a:buClr>
                <a:schemeClr val="dk1"/>
              </a:buClr>
              <a:buSzPts val="5000"/>
              <a:buNone/>
              <a:defRPr>
                <a:solidFill>
                  <a:schemeClr val="dk1"/>
                </a:solidFill>
              </a:defRPr>
            </a:lvl1pPr>
            <a:lvl2pPr lvl="1">
              <a:spcBef>
                <a:spcPts val="0"/>
              </a:spcBef>
              <a:spcAft>
                <a:spcPts val="0"/>
              </a:spcAft>
              <a:buClr>
                <a:schemeClr val="dk1"/>
              </a:buClr>
              <a:buSzPts val="5000"/>
              <a:buNone/>
              <a:defRPr>
                <a:solidFill>
                  <a:schemeClr val="dk1"/>
                </a:solidFill>
              </a:defRPr>
            </a:lvl2pPr>
            <a:lvl3pPr lvl="2">
              <a:spcBef>
                <a:spcPts val="0"/>
              </a:spcBef>
              <a:spcAft>
                <a:spcPts val="0"/>
              </a:spcAft>
              <a:buClr>
                <a:schemeClr val="dk1"/>
              </a:buClr>
              <a:buSzPts val="5000"/>
              <a:buNone/>
              <a:defRPr>
                <a:solidFill>
                  <a:schemeClr val="dk1"/>
                </a:solidFill>
              </a:defRPr>
            </a:lvl3pPr>
            <a:lvl4pPr lvl="3">
              <a:spcBef>
                <a:spcPts val="0"/>
              </a:spcBef>
              <a:spcAft>
                <a:spcPts val="0"/>
              </a:spcAft>
              <a:buClr>
                <a:schemeClr val="dk1"/>
              </a:buClr>
              <a:buSzPts val="5000"/>
              <a:buNone/>
              <a:defRPr>
                <a:solidFill>
                  <a:schemeClr val="dk1"/>
                </a:solidFill>
              </a:defRPr>
            </a:lvl4pPr>
            <a:lvl5pPr lvl="4">
              <a:spcBef>
                <a:spcPts val="0"/>
              </a:spcBef>
              <a:spcAft>
                <a:spcPts val="0"/>
              </a:spcAft>
              <a:buClr>
                <a:schemeClr val="dk1"/>
              </a:buClr>
              <a:buSzPts val="5000"/>
              <a:buNone/>
              <a:defRPr>
                <a:solidFill>
                  <a:schemeClr val="dk1"/>
                </a:solidFill>
              </a:defRPr>
            </a:lvl5pPr>
            <a:lvl6pPr lvl="5">
              <a:spcBef>
                <a:spcPts val="0"/>
              </a:spcBef>
              <a:spcAft>
                <a:spcPts val="0"/>
              </a:spcAft>
              <a:buClr>
                <a:schemeClr val="dk1"/>
              </a:buClr>
              <a:buSzPts val="5000"/>
              <a:buNone/>
              <a:defRPr>
                <a:solidFill>
                  <a:schemeClr val="dk1"/>
                </a:solidFill>
              </a:defRPr>
            </a:lvl6pPr>
            <a:lvl7pPr lvl="6">
              <a:spcBef>
                <a:spcPts val="0"/>
              </a:spcBef>
              <a:spcAft>
                <a:spcPts val="0"/>
              </a:spcAft>
              <a:buClr>
                <a:schemeClr val="dk1"/>
              </a:buClr>
              <a:buSzPts val="5000"/>
              <a:buNone/>
              <a:defRPr>
                <a:solidFill>
                  <a:schemeClr val="dk1"/>
                </a:solidFill>
              </a:defRPr>
            </a:lvl7pPr>
            <a:lvl8pPr lvl="7">
              <a:spcBef>
                <a:spcPts val="0"/>
              </a:spcBef>
              <a:spcAft>
                <a:spcPts val="0"/>
              </a:spcAft>
              <a:buClr>
                <a:schemeClr val="dk1"/>
              </a:buClr>
              <a:buSzPts val="5000"/>
              <a:buNone/>
              <a:defRPr>
                <a:solidFill>
                  <a:schemeClr val="dk1"/>
                </a:solidFill>
              </a:defRPr>
            </a:lvl8pPr>
            <a:lvl9pPr lvl="8">
              <a:spcBef>
                <a:spcPts val="0"/>
              </a:spcBef>
              <a:spcAft>
                <a:spcPts val="0"/>
              </a:spcAft>
              <a:buClr>
                <a:schemeClr val="dk1"/>
              </a:buClr>
              <a:buSzPts val="5000"/>
              <a:buNone/>
              <a:defRPr>
                <a:solidFill>
                  <a:schemeClr val="dk1"/>
                </a:solidFill>
              </a:defRPr>
            </a:lvl9pPr>
          </a:lstStyle>
          <a:p>
            <a:endParaRPr/>
          </a:p>
        </p:txBody>
      </p:sp>
      <p:sp>
        <p:nvSpPr>
          <p:cNvPr id="183" name="Google Shape;183;p18"/>
          <p:cNvSpPr txBox="1">
            <a:spLocks noGrp="1"/>
          </p:cNvSpPr>
          <p:nvPr>
            <p:ph type="body" idx="1"/>
          </p:nvPr>
        </p:nvSpPr>
        <p:spPr>
          <a:xfrm>
            <a:off x="1127850" y="2491658"/>
            <a:ext cx="6885300" cy="960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Clr>
                <a:schemeClr val="dk2"/>
              </a:buClr>
              <a:buSzPts val="2000"/>
              <a:buChar char="●"/>
              <a:defRPr sz="2000">
                <a:solidFill>
                  <a:schemeClr val="dk2"/>
                </a:solidFill>
              </a:defRPr>
            </a:lvl1pPr>
            <a:lvl2pPr marL="914400" lvl="1" indent="-355600">
              <a:spcBef>
                <a:spcPts val="0"/>
              </a:spcBef>
              <a:spcAft>
                <a:spcPts val="0"/>
              </a:spcAft>
              <a:buClr>
                <a:schemeClr val="dk2"/>
              </a:buClr>
              <a:buSzPts val="2000"/>
              <a:buChar char="○"/>
              <a:defRPr sz="2000">
                <a:solidFill>
                  <a:schemeClr val="dk2"/>
                </a:solidFill>
              </a:defRPr>
            </a:lvl2pPr>
            <a:lvl3pPr marL="1371600" lvl="2" indent="-355600">
              <a:spcBef>
                <a:spcPts val="0"/>
              </a:spcBef>
              <a:spcAft>
                <a:spcPts val="0"/>
              </a:spcAft>
              <a:buClr>
                <a:schemeClr val="dk2"/>
              </a:buClr>
              <a:buSzPts val="2000"/>
              <a:buChar char="■"/>
              <a:defRPr sz="2000">
                <a:solidFill>
                  <a:schemeClr val="dk2"/>
                </a:solidFill>
              </a:defRPr>
            </a:lvl3pPr>
            <a:lvl4pPr marL="1828800" lvl="3" indent="-355600">
              <a:spcBef>
                <a:spcPts val="0"/>
              </a:spcBef>
              <a:spcAft>
                <a:spcPts val="0"/>
              </a:spcAft>
              <a:buClr>
                <a:schemeClr val="dk2"/>
              </a:buClr>
              <a:buSzPts val="2000"/>
              <a:buChar char="●"/>
              <a:defRPr sz="2000">
                <a:solidFill>
                  <a:schemeClr val="dk2"/>
                </a:solidFill>
              </a:defRPr>
            </a:lvl4pPr>
            <a:lvl5pPr marL="2286000" lvl="4" indent="-355600">
              <a:spcBef>
                <a:spcPts val="0"/>
              </a:spcBef>
              <a:spcAft>
                <a:spcPts val="0"/>
              </a:spcAft>
              <a:buClr>
                <a:schemeClr val="dk2"/>
              </a:buClr>
              <a:buSzPts val="2000"/>
              <a:buChar char="○"/>
              <a:defRPr sz="2000">
                <a:solidFill>
                  <a:schemeClr val="dk2"/>
                </a:solidFill>
              </a:defRPr>
            </a:lvl5pPr>
            <a:lvl6pPr marL="2743200" lvl="5" indent="-355600">
              <a:spcBef>
                <a:spcPts val="0"/>
              </a:spcBef>
              <a:spcAft>
                <a:spcPts val="0"/>
              </a:spcAft>
              <a:buClr>
                <a:schemeClr val="dk2"/>
              </a:buClr>
              <a:buSzPts val="2000"/>
              <a:buChar char="■"/>
              <a:defRPr sz="2000">
                <a:solidFill>
                  <a:schemeClr val="dk2"/>
                </a:solidFill>
              </a:defRPr>
            </a:lvl6pPr>
            <a:lvl7pPr marL="3200400" lvl="6" indent="-355600">
              <a:spcBef>
                <a:spcPts val="0"/>
              </a:spcBef>
              <a:spcAft>
                <a:spcPts val="0"/>
              </a:spcAft>
              <a:buClr>
                <a:schemeClr val="dk2"/>
              </a:buClr>
              <a:buSzPts val="2000"/>
              <a:buChar char="●"/>
              <a:defRPr sz="2000">
                <a:solidFill>
                  <a:schemeClr val="dk2"/>
                </a:solidFill>
              </a:defRPr>
            </a:lvl7pPr>
            <a:lvl8pPr marL="3657600" lvl="7" indent="-355600">
              <a:spcBef>
                <a:spcPts val="0"/>
              </a:spcBef>
              <a:spcAft>
                <a:spcPts val="0"/>
              </a:spcAft>
              <a:buClr>
                <a:schemeClr val="dk2"/>
              </a:buClr>
              <a:buSzPts val="2000"/>
              <a:buChar char="○"/>
              <a:defRPr sz="2000">
                <a:solidFill>
                  <a:schemeClr val="dk2"/>
                </a:solidFill>
              </a:defRPr>
            </a:lvl8pPr>
            <a:lvl9pPr marL="4114800" lvl="8" indent="-355600">
              <a:spcBef>
                <a:spcPts val="0"/>
              </a:spcBef>
              <a:spcAft>
                <a:spcPts val="0"/>
              </a:spcAft>
              <a:buClr>
                <a:schemeClr val="dk2"/>
              </a:buClr>
              <a:buSzPts val="2000"/>
              <a:buChar char="■"/>
              <a:defRPr sz="2000">
                <a:solidFill>
                  <a:schemeClr val="dk2"/>
                </a:solidFill>
              </a:defRPr>
            </a:lvl9pPr>
          </a:lstStyle>
          <a:p>
            <a:endParaRPr/>
          </a:p>
        </p:txBody>
      </p:sp>
      <p:sp>
        <p:nvSpPr>
          <p:cNvPr id="184" name="Google Shape;184;p1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p:cSld name="CUSTOM_6">
    <p:spTree>
      <p:nvGrpSpPr>
        <p:cNvPr id="1" name="Shape 185"/>
        <p:cNvGrpSpPr/>
        <p:nvPr/>
      </p:nvGrpSpPr>
      <p:grpSpPr>
        <a:xfrm>
          <a:off x="0" y="0"/>
          <a:ext cx="0" cy="0"/>
          <a:chOff x="0" y="0"/>
          <a:chExt cx="0" cy="0"/>
        </a:xfrm>
      </p:grpSpPr>
      <p:sp>
        <p:nvSpPr>
          <p:cNvPr id="186" name="Google Shape;186;p19"/>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87" name="Google Shape;187;p19"/>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9"/>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189" name="Google Shape;189;p19"/>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190" name="Google Shape;190;p19"/>
          <p:cNvSpPr txBox="1">
            <a:spLocks noGrp="1"/>
          </p:cNvSpPr>
          <p:nvPr>
            <p:ph type="body" idx="1"/>
          </p:nvPr>
        </p:nvSpPr>
        <p:spPr>
          <a:xfrm>
            <a:off x="478875" y="2398650"/>
            <a:ext cx="40365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191" name="Google Shape;191;p19"/>
          <p:cNvSpPr txBox="1">
            <a:spLocks noGrp="1"/>
          </p:cNvSpPr>
          <p:nvPr>
            <p:ph type="body" idx="2"/>
          </p:nvPr>
        </p:nvSpPr>
        <p:spPr>
          <a:xfrm>
            <a:off x="4628700" y="2398650"/>
            <a:ext cx="40365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cxnSp>
        <p:nvCxnSpPr>
          <p:cNvPr id="192" name="Google Shape;192;p19"/>
          <p:cNvCxnSpPr/>
          <p:nvPr/>
        </p:nvCxnSpPr>
        <p:spPr>
          <a:xfrm>
            <a:off x="476850" y="2306550"/>
            <a:ext cx="81903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p:cSld name="CUSTOM_11">
    <p:spTree>
      <p:nvGrpSpPr>
        <p:cNvPr id="1" name="Shape 193"/>
        <p:cNvGrpSpPr/>
        <p:nvPr/>
      </p:nvGrpSpPr>
      <p:grpSpPr>
        <a:xfrm>
          <a:off x="0" y="0"/>
          <a:ext cx="0" cy="0"/>
          <a:chOff x="0" y="0"/>
          <a:chExt cx="0" cy="0"/>
        </a:xfrm>
      </p:grpSpPr>
      <p:sp>
        <p:nvSpPr>
          <p:cNvPr id="194" name="Google Shape;194;p20"/>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95" name="Google Shape;195;p20"/>
          <p:cNvSpPr/>
          <p:nvPr/>
        </p:nvSpPr>
        <p:spPr>
          <a:xfrm>
            <a:off x="365550" y="363450"/>
            <a:ext cx="8412900" cy="4416600"/>
          </a:xfrm>
          <a:prstGeom prst="snip2DiagRect">
            <a:avLst>
              <a:gd name="adj1" fmla="val 0"/>
              <a:gd name="adj2" fmla="val 20836"/>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196" name="Google Shape;196;p20"/>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7" name="Google Shape;197;p20"/>
          <p:cNvSpPr txBox="1">
            <a:spLocks noGrp="1"/>
          </p:cNvSpPr>
          <p:nvPr>
            <p:ph type="title"/>
          </p:nvPr>
        </p:nvSpPr>
        <p:spPr>
          <a:xfrm>
            <a:off x="1127850" y="2164800"/>
            <a:ext cx="6885300" cy="813900"/>
          </a:xfrm>
          <a:prstGeom prst="rect">
            <a:avLst/>
          </a:prstGeom>
        </p:spPr>
        <p:txBody>
          <a:bodyPr spcFirstLastPara="1" wrap="square" lIns="91425" tIns="91425" rIns="91425" bIns="91425" anchor="ctr" anchorCtr="0">
            <a:noAutofit/>
          </a:bodyPr>
          <a:lstStyle>
            <a:lvl1pPr lvl="0">
              <a:spcBef>
                <a:spcPts val="0"/>
              </a:spcBef>
              <a:spcAft>
                <a:spcPts val="0"/>
              </a:spcAft>
              <a:buSzPts val="5000"/>
              <a:buNone/>
              <a:defRPr/>
            </a:lvl1pPr>
            <a:lvl2pPr lvl="1">
              <a:spcBef>
                <a:spcPts val="0"/>
              </a:spcBef>
              <a:spcAft>
                <a:spcPts val="0"/>
              </a:spcAft>
              <a:buSzPts val="5000"/>
              <a:buNone/>
              <a:defRPr/>
            </a:lvl2pPr>
            <a:lvl3pPr lvl="2">
              <a:spcBef>
                <a:spcPts val="0"/>
              </a:spcBef>
              <a:spcAft>
                <a:spcPts val="0"/>
              </a:spcAft>
              <a:buSzPts val="5000"/>
              <a:buNone/>
              <a:defRPr/>
            </a:lvl3pPr>
            <a:lvl4pPr lvl="3">
              <a:spcBef>
                <a:spcPts val="0"/>
              </a:spcBef>
              <a:spcAft>
                <a:spcPts val="0"/>
              </a:spcAft>
              <a:buSzPts val="5000"/>
              <a:buNone/>
              <a:defRPr/>
            </a:lvl4pPr>
            <a:lvl5pPr lvl="4">
              <a:spcBef>
                <a:spcPts val="0"/>
              </a:spcBef>
              <a:spcAft>
                <a:spcPts val="0"/>
              </a:spcAft>
              <a:buSzPts val="5000"/>
              <a:buNone/>
              <a:defRPr/>
            </a:lvl5pPr>
            <a:lvl6pPr lvl="5">
              <a:spcBef>
                <a:spcPts val="0"/>
              </a:spcBef>
              <a:spcAft>
                <a:spcPts val="0"/>
              </a:spcAft>
              <a:buSzPts val="5000"/>
              <a:buNone/>
              <a:defRPr/>
            </a:lvl6pPr>
            <a:lvl7pPr lvl="6">
              <a:spcBef>
                <a:spcPts val="0"/>
              </a:spcBef>
              <a:spcAft>
                <a:spcPts val="0"/>
              </a:spcAft>
              <a:buSzPts val="5000"/>
              <a:buNone/>
              <a:defRPr/>
            </a:lvl7pPr>
            <a:lvl8pPr lvl="7">
              <a:spcBef>
                <a:spcPts val="0"/>
              </a:spcBef>
              <a:spcAft>
                <a:spcPts val="0"/>
              </a:spcAft>
              <a:buSzPts val="5000"/>
              <a:buNone/>
              <a:defRPr/>
            </a:lvl8pPr>
            <a:lvl9pPr lvl="8">
              <a:spcBef>
                <a:spcPts val="0"/>
              </a:spcBef>
              <a:spcAft>
                <a:spcPts val="0"/>
              </a:spcAft>
              <a:buSzPts val="50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ustom one column text">
  <p:cSld name="CUSTOM_8">
    <p:spTree>
      <p:nvGrpSpPr>
        <p:cNvPr id="1" name="Shape 198"/>
        <p:cNvGrpSpPr/>
        <p:nvPr/>
      </p:nvGrpSpPr>
      <p:grpSpPr>
        <a:xfrm>
          <a:off x="0" y="0"/>
          <a:ext cx="0" cy="0"/>
          <a:chOff x="0" y="0"/>
          <a:chExt cx="0" cy="0"/>
        </a:xfrm>
      </p:grpSpPr>
      <p:sp>
        <p:nvSpPr>
          <p:cNvPr id="199" name="Google Shape;199;p21"/>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0" name="Google Shape;200;p21"/>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01" name="Google Shape;201;p21"/>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02" name="Google Shape;202;p21"/>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203" name="Google Shape;203;p21"/>
          <p:cNvSpPr txBox="1">
            <a:spLocks noGrp="1"/>
          </p:cNvSpPr>
          <p:nvPr>
            <p:ph type="body" idx="1"/>
          </p:nvPr>
        </p:nvSpPr>
        <p:spPr>
          <a:xfrm>
            <a:off x="478875" y="2398650"/>
            <a:ext cx="81903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cxnSp>
        <p:nvCxnSpPr>
          <p:cNvPr id="204" name="Google Shape;204;p21"/>
          <p:cNvCxnSpPr/>
          <p:nvPr/>
        </p:nvCxnSpPr>
        <p:spPr>
          <a:xfrm>
            <a:off x="476850" y="2306550"/>
            <a:ext cx="8190300" cy="0"/>
          </a:xfrm>
          <a:prstGeom prst="straightConnector1">
            <a:avLst/>
          </a:prstGeom>
          <a:noFill/>
          <a:ln w="19050" cap="flat" cmpd="sng">
            <a:solidFill>
              <a:schemeClr val="lt1"/>
            </a:solidFill>
            <a:prstDash val="solid"/>
            <a:round/>
            <a:headEnd type="none" w="med" len="med"/>
            <a:tailEnd type="none" w="med" len="med"/>
          </a:ln>
        </p:spPr>
      </p:cxnSp>
      <p:sp>
        <p:nvSpPr>
          <p:cNvPr id="205" name="Google Shape;205;p21"/>
          <p:cNvSpPr txBox="1">
            <a:spLocks noGrp="1"/>
          </p:cNvSpPr>
          <p:nvPr>
            <p:ph type="subTitle" idx="2"/>
          </p:nvPr>
        </p:nvSpPr>
        <p:spPr>
          <a:xfrm>
            <a:off x="478863" y="1785900"/>
            <a:ext cx="21672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CUSTOM_9">
    <p:bg>
      <p:bgPr>
        <a:solidFill>
          <a:schemeClr val="lt1"/>
        </a:solidFill>
        <a:effectLst/>
      </p:bgPr>
    </p:bg>
    <p:spTree>
      <p:nvGrpSpPr>
        <p:cNvPr id="1" name="Shape 206"/>
        <p:cNvGrpSpPr/>
        <p:nvPr/>
      </p:nvGrpSpPr>
      <p:grpSpPr>
        <a:xfrm>
          <a:off x="0" y="0"/>
          <a:ext cx="0" cy="0"/>
          <a:chOff x="0" y="0"/>
          <a:chExt cx="0" cy="0"/>
        </a:xfrm>
      </p:grpSpPr>
      <p:grpSp>
        <p:nvGrpSpPr>
          <p:cNvPr id="207" name="Google Shape;207;p22"/>
          <p:cNvGrpSpPr/>
          <p:nvPr/>
        </p:nvGrpSpPr>
        <p:grpSpPr>
          <a:xfrm>
            <a:off x="0" y="0"/>
            <a:ext cx="9144000" cy="5130000"/>
            <a:chOff x="0" y="0"/>
            <a:chExt cx="9144000" cy="5130000"/>
          </a:xfrm>
        </p:grpSpPr>
        <p:sp>
          <p:nvSpPr>
            <p:cNvPr id="208" name="Google Shape;208;p22"/>
            <p:cNvSpPr/>
            <p:nvPr/>
          </p:nvSpPr>
          <p:spPr>
            <a:xfrm flipH="1">
              <a:off x="175600" y="250800"/>
              <a:ext cx="8603100" cy="4529400"/>
            </a:xfrm>
            <a:prstGeom prst="snip2DiagRect">
              <a:avLst>
                <a:gd name="adj1" fmla="val 0"/>
                <a:gd name="adj2" fmla="val 20836"/>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endParaRPr>
            </a:p>
          </p:txBody>
        </p:sp>
        <p:grpSp>
          <p:nvGrpSpPr>
            <p:cNvPr id="209" name="Google Shape;209;p22"/>
            <p:cNvGrpSpPr/>
            <p:nvPr/>
          </p:nvGrpSpPr>
          <p:grpSpPr>
            <a:xfrm>
              <a:off x="0" y="0"/>
              <a:ext cx="9144000" cy="5130000"/>
              <a:chOff x="0" y="0"/>
              <a:chExt cx="9144000" cy="5130000"/>
            </a:xfrm>
          </p:grpSpPr>
          <p:sp>
            <p:nvSpPr>
              <p:cNvPr id="210" name="Google Shape;210;p22"/>
              <p:cNvSpPr/>
              <p:nvPr/>
            </p:nvSpPr>
            <p:spPr>
              <a:xfrm>
                <a:off x="0" y="0"/>
                <a:ext cx="1425000" cy="12441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11" name="Google Shape;211;p22"/>
              <p:cNvSpPr/>
              <p:nvPr/>
            </p:nvSpPr>
            <p:spPr>
              <a:xfrm>
                <a:off x="0" y="0"/>
                <a:ext cx="9144000" cy="363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12" name="Google Shape;212;p22"/>
              <p:cNvSpPr/>
              <p:nvPr/>
            </p:nvSpPr>
            <p:spPr>
              <a:xfrm rot="5400000">
                <a:off x="-2383200" y="2383200"/>
                <a:ext cx="5130000" cy="363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grpSp>
      </p:grpSp>
      <p:sp>
        <p:nvSpPr>
          <p:cNvPr id="213" name="Google Shape;213;p22"/>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14" name="Google Shape;214;p22"/>
          <p:cNvSpPr txBox="1">
            <a:spLocks noGrp="1"/>
          </p:cNvSpPr>
          <p:nvPr>
            <p:ph type="title"/>
          </p:nvPr>
        </p:nvSpPr>
        <p:spPr>
          <a:xfrm>
            <a:off x="232050" y="2112300"/>
            <a:ext cx="8321100" cy="2651700"/>
          </a:xfrm>
          <a:prstGeom prst="rect">
            <a:avLst/>
          </a:prstGeom>
        </p:spPr>
        <p:txBody>
          <a:bodyPr spcFirstLastPara="1" wrap="square" lIns="91425" tIns="91425" rIns="91425" bIns="91425" anchor="b" anchorCtr="0">
            <a:noAutofit/>
          </a:bodyPr>
          <a:lstStyle>
            <a:lvl1pPr lvl="0">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1pPr>
            <a:lvl2pPr lvl="1">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2pPr>
            <a:lvl3pPr lvl="2">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3pPr>
            <a:lvl4pPr lvl="3">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4pPr>
            <a:lvl5pPr lvl="4">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5pPr>
            <a:lvl6pPr lvl="5">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6pPr>
            <a:lvl7pPr lvl="6">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7pPr>
            <a:lvl8pPr lvl="7">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8pPr>
            <a:lvl9pPr lvl="8">
              <a:spcBef>
                <a:spcPts val="0"/>
              </a:spcBef>
              <a:spcAft>
                <a:spcPts val="0"/>
              </a:spcAft>
              <a:buClr>
                <a:schemeClr val="dk1"/>
              </a:buClr>
              <a:buSzPts val="10500"/>
              <a:buFont typeface="Chakra Petch SemiBold"/>
              <a:buNone/>
              <a:defRPr sz="10500">
                <a:solidFill>
                  <a:schemeClr val="dk1"/>
                </a:solidFill>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ustom section title and description">
  <p:cSld name="CUSTOM_10">
    <p:spTree>
      <p:nvGrpSpPr>
        <p:cNvPr id="1" name="Shape 215"/>
        <p:cNvGrpSpPr/>
        <p:nvPr/>
      </p:nvGrpSpPr>
      <p:grpSpPr>
        <a:xfrm>
          <a:off x="0" y="0"/>
          <a:ext cx="0" cy="0"/>
          <a:chOff x="0" y="0"/>
          <a:chExt cx="0" cy="0"/>
        </a:xfrm>
      </p:grpSpPr>
      <p:sp>
        <p:nvSpPr>
          <p:cNvPr id="216" name="Google Shape;216;p23"/>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17" name="Google Shape;217;p23"/>
          <p:cNvSpPr/>
          <p:nvPr/>
        </p:nvSpPr>
        <p:spPr>
          <a:xfrm>
            <a:off x="365550" y="363450"/>
            <a:ext cx="8412900" cy="4416600"/>
          </a:xfrm>
          <a:prstGeom prst="snip2DiagRect">
            <a:avLst>
              <a:gd name="adj1" fmla="val 0"/>
              <a:gd name="adj2" fmla="val 20836"/>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18" name="Google Shape;218;p23"/>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19" name="Google Shape;219;p23"/>
          <p:cNvSpPr txBox="1">
            <a:spLocks noGrp="1"/>
          </p:cNvSpPr>
          <p:nvPr>
            <p:ph type="title"/>
          </p:nvPr>
        </p:nvSpPr>
        <p:spPr>
          <a:xfrm>
            <a:off x="1127850" y="2164800"/>
            <a:ext cx="6885300" cy="813900"/>
          </a:xfrm>
          <a:prstGeom prst="rect">
            <a:avLst/>
          </a:prstGeom>
        </p:spPr>
        <p:txBody>
          <a:bodyPr spcFirstLastPara="1" wrap="square" lIns="91425" tIns="91425" rIns="91425" bIns="91425" anchor="b" anchorCtr="0">
            <a:noAutofit/>
          </a:bodyPr>
          <a:lstStyle>
            <a:lvl1pPr lvl="0">
              <a:spcBef>
                <a:spcPts val="0"/>
              </a:spcBef>
              <a:spcAft>
                <a:spcPts val="0"/>
              </a:spcAft>
              <a:buSzPts val="5000"/>
              <a:buNone/>
              <a:defRPr/>
            </a:lvl1pPr>
            <a:lvl2pPr lvl="1">
              <a:spcBef>
                <a:spcPts val="0"/>
              </a:spcBef>
              <a:spcAft>
                <a:spcPts val="0"/>
              </a:spcAft>
              <a:buSzPts val="5000"/>
              <a:buNone/>
              <a:defRPr/>
            </a:lvl2pPr>
            <a:lvl3pPr lvl="2">
              <a:spcBef>
                <a:spcPts val="0"/>
              </a:spcBef>
              <a:spcAft>
                <a:spcPts val="0"/>
              </a:spcAft>
              <a:buSzPts val="5000"/>
              <a:buNone/>
              <a:defRPr/>
            </a:lvl3pPr>
            <a:lvl4pPr lvl="3">
              <a:spcBef>
                <a:spcPts val="0"/>
              </a:spcBef>
              <a:spcAft>
                <a:spcPts val="0"/>
              </a:spcAft>
              <a:buSzPts val="5000"/>
              <a:buNone/>
              <a:defRPr/>
            </a:lvl4pPr>
            <a:lvl5pPr lvl="4">
              <a:spcBef>
                <a:spcPts val="0"/>
              </a:spcBef>
              <a:spcAft>
                <a:spcPts val="0"/>
              </a:spcAft>
              <a:buSzPts val="5000"/>
              <a:buNone/>
              <a:defRPr/>
            </a:lvl5pPr>
            <a:lvl6pPr lvl="5">
              <a:spcBef>
                <a:spcPts val="0"/>
              </a:spcBef>
              <a:spcAft>
                <a:spcPts val="0"/>
              </a:spcAft>
              <a:buSzPts val="5000"/>
              <a:buNone/>
              <a:defRPr/>
            </a:lvl6pPr>
            <a:lvl7pPr lvl="6">
              <a:spcBef>
                <a:spcPts val="0"/>
              </a:spcBef>
              <a:spcAft>
                <a:spcPts val="0"/>
              </a:spcAft>
              <a:buSzPts val="5000"/>
              <a:buNone/>
              <a:defRPr/>
            </a:lvl7pPr>
            <a:lvl8pPr lvl="7">
              <a:spcBef>
                <a:spcPts val="0"/>
              </a:spcBef>
              <a:spcAft>
                <a:spcPts val="0"/>
              </a:spcAft>
              <a:buSzPts val="5000"/>
              <a:buNone/>
              <a:defRPr/>
            </a:lvl8pPr>
            <a:lvl9pPr lvl="8">
              <a:spcBef>
                <a:spcPts val="0"/>
              </a:spcBef>
              <a:spcAft>
                <a:spcPts val="0"/>
              </a:spcAft>
              <a:buSzPts val="5000"/>
              <a:buNone/>
              <a:defRPr/>
            </a:lvl9pPr>
          </a:lstStyle>
          <a:p>
            <a:endParaRPr/>
          </a:p>
        </p:txBody>
      </p:sp>
      <p:sp>
        <p:nvSpPr>
          <p:cNvPr id="220" name="Google Shape;220;p23"/>
          <p:cNvSpPr txBox="1">
            <a:spLocks noGrp="1"/>
          </p:cNvSpPr>
          <p:nvPr>
            <p:ph type="subTitle" idx="1"/>
          </p:nvPr>
        </p:nvSpPr>
        <p:spPr>
          <a:xfrm>
            <a:off x="1127846" y="3242075"/>
            <a:ext cx="68853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aption">
  <p:cSld name="CUSTOM_8_1">
    <p:spTree>
      <p:nvGrpSpPr>
        <p:cNvPr id="1" name="Shape 221"/>
        <p:cNvGrpSpPr/>
        <p:nvPr/>
      </p:nvGrpSpPr>
      <p:grpSpPr>
        <a:xfrm>
          <a:off x="0" y="0"/>
          <a:ext cx="0" cy="0"/>
          <a:chOff x="0" y="0"/>
          <a:chExt cx="0" cy="0"/>
        </a:xfrm>
      </p:grpSpPr>
      <p:sp>
        <p:nvSpPr>
          <p:cNvPr id="222" name="Google Shape;222;p24"/>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23" name="Google Shape;223;p24"/>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24" name="Google Shape;224;p24"/>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25" name="Google Shape;225;p24"/>
          <p:cNvSpPr txBox="1">
            <a:spLocks noGrp="1"/>
          </p:cNvSpPr>
          <p:nvPr>
            <p:ph type="body" idx="1"/>
          </p:nvPr>
        </p:nvSpPr>
        <p:spPr>
          <a:xfrm>
            <a:off x="478875" y="476700"/>
            <a:ext cx="8190300" cy="4190400"/>
          </a:xfrm>
          <a:prstGeom prst="rect">
            <a:avLst/>
          </a:prstGeom>
        </p:spPr>
        <p:txBody>
          <a:bodyPr spcFirstLastPara="1" wrap="square" lIns="91425" tIns="91425" rIns="91425" bIns="91425" anchor="b"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p:cSld name="CUSTOM_12">
    <p:bg>
      <p:bgPr>
        <a:solidFill>
          <a:schemeClr val="lt1"/>
        </a:solidFill>
        <a:effectLst/>
      </p:bgPr>
    </p:bg>
    <p:spTree>
      <p:nvGrpSpPr>
        <p:cNvPr id="1" name="Shape 226"/>
        <p:cNvGrpSpPr/>
        <p:nvPr/>
      </p:nvGrpSpPr>
      <p:grpSpPr>
        <a:xfrm>
          <a:off x="0" y="0"/>
          <a:ext cx="0" cy="0"/>
          <a:chOff x="0" y="0"/>
          <a:chExt cx="0" cy="0"/>
        </a:xfrm>
      </p:grpSpPr>
      <p:sp>
        <p:nvSpPr>
          <p:cNvPr id="227" name="Google Shape;227;p25"/>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28" name="Google Shape;228;p25"/>
          <p:cNvSpPr/>
          <p:nvPr/>
        </p:nvSpPr>
        <p:spPr>
          <a:xfrm>
            <a:off x="365550" y="363450"/>
            <a:ext cx="8412900" cy="4416600"/>
          </a:xfrm>
          <a:prstGeom prst="snip2DiagRect">
            <a:avLst>
              <a:gd name="adj1" fmla="val 0"/>
              <a:gd name="adj2" fmla="val 20836"/>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29" name="Google Shape;229;p25"/>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25"/>
          <p:cNvSpPr txBox="1">
            <a:spLocks noGrp="1"/>
          </p:cNvSpPr>
          <p:nvPr>
            <p:ph type="title"/>
          </p:nvPr>
        </p:nvSpPr>
        <p:spPr>
          <a:xfrm>
            <a:off x="365625" y="1430850"/>
            <a:ext cx="40365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sp>
        <p:nvSpPr>
          <p:cNvPr id="231" name="Google Shape;231;p25"/>
          <p:cNvSpPr txBox="1">
            <a:spLocks noGrp="1"/>
          </p:cNvSpPr>
          <p:nvPr>
            <p:ph type="body" idx="1"/>
          </p:nvPr>
        </p:nvSpPr>
        <p:spPr>
          <a:xfrm>
            <a:off x="4628700" y="1430850"/>
            <a:ext cx="40365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Clr>
                <a:schemeClr val="dk1"/>
              </a:buClr>
              <a:buSzPts val="2000"/>
              <a:buFont typeface="DM Sans"/>
              <a:buChar char="●"/>
              <a:defRPr sz="2000">
                <a:solidFill>
                  <a:schemeClr val="dk1"/>
                </a:solidFill>
              </a:defRPr>
            </a:lvl1pPr>
            <a:lvl2pPr marL="914400" lvl="1" indent="-355600">
              <a:spcBef>
                <a:spcPts val="0"/>
              </a:spcBef>
              <a:spcAft>
                <a:spcPts val="0"/>
              </a:spcAft>
              <a:buClr>
                <a:schemeClr val="dk1"/>
              </a:buClr>
              <a:buSzPts val="2000"/>
              <a:buFont typeface="DM Sans"/>
              <a:buChar char="○"/>
              <a:defRPr sz="2000">
                <a:solidFill>
                  <a:schemeClr val="dk1"/>
                </a:solidFill>
              </a:defRPr>
            </a:lvl2pPr>
            <a:lvl3pPr marL="1371600" lvl="2" indent="-355600">
              <a:spcBef>
                <a:spcPts val="0"/>
              </a:spcBef>
              <a:spcAft>
                <a:spcPts val="0"/>
              </a:spcAft>
              <a:buClr>
                <a:schemeClr val="dk1"/>
              </a:buClr>
              <a:buSzPts val="2000"/>
              <a:buFont typeface="DM Sans"/>
              <a:buChar char="■"/>
              <a:defRPr sz="2000">
                <a:solidFill>
                  <a:schemeClr val="dk1"/>
                </a:solidFill>
              </a:defRPr>
            </a:lvl3pPr>
            <a:lvl4pPr marL="1828800" lvl="3" indent="-355600">
              <a:spcBef>
                <a:spcPts val="0"/>
              </a:spcBef>
              <a:spcAft>
                <a:spcPts val="0"/>
              </a:spcAft>
              <a:buClr>
                <a:schemeClr val="dk1"/>
              </a:buClr>
              <a:buSzPts val="2000"/>
              <a:buFont typeface="DM Sans"/>
              <a:buChar char="●"/>
              <a:defRPr sz="2000">
                <a:solidFill>
                  <a:schemeClr val="dk1"/>
                </a:solidFill>
              </a:defRPr>
            </a:lvl4pPr>
            <a:lvl5pPr marL="2286000" lvl="4" indent="-355600">
              <a:spcBef>
                <a:spcPts val="0"/>
              </a:spcBef>
              <a:spcAft>
                <a:spcPts val="0"/>
              </a:spcAft>
              <a:buClr>
                <a:schemeClr val="dk1"/>
              </a:buClr>
              <a:buSzPts val="2000"/>
              <a:buFont typeface="DM Sans"/>
              <a:buChar char="○"/>
              <a:defRPr sz="2000">
                <a:solidFill>
                  <a:schemeClr val="dk1"/>
                </a:solidFill>
              </a:defRPr>
            </a:lvl5pPr>
            <a:lvl6pPr marL="2743200" lvl="5" indent="-355600">
              <a:spcBef>
                <a:spcPts val="0"/>
              </a:spcBef>
              <a:spcAft>
                <a:spcPts val="0"/>
              </a:spcAft>
              <a:buClr>
                <a:schemeClr val="dk1"/>
              </a:buClr>
              <a:buSzPts val="2000"/>
              <a:buFont typeface="DM Sans"/>
              <a:buChar char="■"/>
              <a:defRPr sz="2000">
                <a:solidFill>
                  <a:schemeClr val="dk1"/>
                </a:solidFill>
              </a:defRPr>
            </a:lvl6pPr>
            <a:lvl7pPr marL="3200400" lvl="6" indent="-355600">
              <a:spcBef>
                <a:spcPts val="0"/>
              </a:spcBef>
              <a:spcAft>
                <a:spcPts val="0"/>
              </a:spcAft>
              <a:buClr>
                <a:schemeClr val="dk1"/>
              </a:buClr>
              <a:buSzPts val="2000"/>
              <a:buFont typeface="DM Sans"/>
              <a:buChar char="●"/>
              <a:defRPr sz="2000">
                <a:solidFill>
                  <a:schemeClr val="dk1"/>
                </a:solidFill>
              </a:defRPr>
            </a:lvl7pPr>
            <a:lvl8pPr marL="3657600" lvl="7" indent="-355600">
              <a:spcBef>
                <a:spcPts val="0"/>
              </a:spcBef>
              <a:spcAft>
                <a:spcPts val="0"/>
              </a:spcAft>
              <a:buClr>
                <a:schemeClr val="dk1"/>
              </a:buClr>
              <a:buSzPts val="2000"/>
              <a:buFont typeface="DM Sans"/>
              <a:buChar char="○"/>
              <a:defRPr sz="2000">
                <a:solidFill>
                  <a:schemeClr val="dk1"/>
                </a:solidFill>
              </a:defRPr>
            </a:lvl8pPr>
            <a:lvl9pPr marL="4114800" lvl="8" indent="-355600">
              <a:spcBef>
                <a:spcPts val="0"/>
              </a:spcBef>
              <a:spcAft>
                <a:spcPts val="0"/>
              </a:spcAft>
              <a:buClr>
                <a:schemeClr val="dk1"/>
              </a:buClr>
              <a:buSzPts val="2000"/>
              <a:buFont typeface="DM Sans"/>
              <a:buChar char="■"/>
              <a:defRPr sz="2000">
                <a:solidFill>
                  <a:schemeClr val="dk1"/>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Agenda">
  <p:cSld name="CUSTOM_8_2">
    <p:spTree>
      <p:nvGrpSpPr>
        <p:cNvPr id="1" name="Shape 232"/>
        <p:cNvGrpSpPr/>
        <p:nvPr/>
      </p:nvGrpSpPr>
      <p:grpSpPr>
        <a:xfrm>
          <a:off x="0" y="0"/>
          <a:ext cx="0" cy="0"/>
          <a:chOff x="0" y="0"/>
          <a:chExt cx="0" cy="0"/>
        </a:xfrm>
      </p:grpSpPr>
      <p:sp>
        <p:nvSpPr>
          <p:cNvPr id="233" name="Google Shape;233;p26"/>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34" name="Google Shape;234;p2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35" name="Google Shape;235;p26"/>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36" name="Google Shape;236;p26"/>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cxnSp>
        <p:nvCxnSpPr>
          <p:cNvPr id="237" name="Google Shape;237;p26"/>
          <p:cNvCxnSpPr/>
          <p:nvPr/>
        </p:nvCxnSpPr>
        <p:spPr>
          <a:xfrm>
            <a:off x="476850" y="2306550"/>
            <a:ext cx="8190300" cy="0"/>
          </a:xfrm>
          <a:prstGeom prst="straightConnector1">
            <a:avLst/>
          </a:prstGeom>
          <a:noFill/>
          <a:ln w="19050" cap="flat" cmpd="sng">
            <a:solidFill>
              <a:schemeClr val="lt1"/>
            </a:solidFill>
            <a:prstDash val="solid"/>
            <a:round/>
            <a:headEnd type="none" w="med" len="med"/>
            <a:tailEnd type="none" w="med" len="med"/>
          </a:ln>
        </p:spPr>
      </p:cxnSp>
      <p:sp>
        <p:nvSpPr>
          <p:cNvPr id="238" name="Google Shape;238;p26"/>
          <p:cNvSpPr txBox="1">
            <a:spLocks noGrp="1"/>
          </p:cNvSpPr>
          <p:nvPr>
            <p:ph type="subTitle" idx="1"/>
          </p:nvPr>
        </p:nvSpPr>
        <p:spPr>
          <a:xfrm>
            <a:off x="478875" y="4147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39" name="Google Shape;239;p26"/>
          <p:cNvSpPr txBox="1">
            <a:spLocks noGrp="1"/>
          </p:cNvSpPr>
          <p:nvPr>
            <p:ph type="subTitle" idx="2"/>
          </p:nvPr>
        </p:nvSpPr>
        <p:spPr>
          <a:xfrm>
            <a:off x="3260538" y="4147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40" name="Google Shape;240;p26"/>
          <p:cNvSpPr txBox="1">
            <a:spLocks noGrp="1"/>
          </p:cNvSpPr>
          <p:nvPr>
            <p:ph type="subTitle" idx="3"/>
          </p:nvPr>
        </p:nvSpPr>
        <p:spPr>
          <a:xfrm>
            <a:off x="6042225" y="4147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41" name="Google Shape;241;p26"/>
          <p:cNvSpPr txBox="1">
            <a:spLocks noGrp="1"/>
          </p:cNvSpPr>
          <p:nvPr>
            <p:ph type="subTitle" idx="4"/>
          </p:nvPr>
        </p:nvSpPr>
        <p:spPr>
          <a:xfrm>
            <a:off x="478875" y="3476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42" name="Google Shape;242;p26"/>
          <p:cNvSpPr txBox="1">
            <a:spLocks noGrp="1"/>
          </p:cNvSpPr>
          <p:nvPr>
            <p:ph type="subTitle" idx="5"/>
          </p:nvPr>
        </p:nvSpPr>
        <p:spPr>
          <a:xfrm>
            <a:off x="3260538" y="3476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43" name="Google Shape;243;p26"/>
          <p:cNvSpPr txBox="1">
            <a:spLocks noGrp="1"/>
          </p:cNvSpPr>
          <p:nvPr>
            <p:ph type="subTitle" idx="6"/>
          </p:nvPr>
        </p:nvSpPr>
        <p:spPr>
          <a:xfrm>
            <a:off x="6042225" y="347655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body and image">
  <p:cSld name="TITLE_AND_TWO_COLUMNS_1_2">
    <p:bg>
      <p:bgPr>
        <a:solidFill>
          <a:schemeClr val="lt1"/>
        </a:solidFill>
        <a:effectLst/>
      </p:bgPr>
    </p:bg>
    <p:spTree>
      <p:nvGrpSpPr>
        <p:cNvPr id="1" name="Shape 244"/>
        <p:cNvGrpSpPr/>
        <p:nvPr/>
      </p:nvGrpSpPr>
      <p:grpSpPr>
        <a:xfrm>
          <a:off x="0" y="0"/>
          <a:ext cx="0" cy="0"/>
          <a:chOff x="0" y="0"/>
          <a:chExt cx="0" cy="0"/>
        </a:xfrm>
      </p:grpSpPr>
      <p:sp>
        <p:nvSpPr>
          <p:cNvPr id="245" name="Google Shape;245;p27"/>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46" name="Google Shape;246;p27"/>
          <p:cNvSpPr>
            <a:spLocks noGrp="1"/>
          </p:cNvSpPr>
          <p:nvPr>
            <p:ph type="pic" idx="2"/>
          </p:nvPr>
        </p:nvSpPr>
        <p:spPr>
          <a:xfrm rot="10800000">
            <a:off x="474125" y="1837225"/>
            <a:ext cx="2661000" cy="2834700"/>
          </a:xfrm>
          <a:prstGeom prst="rect">
            <a:avLst/>
          </a:prstGeom>
          <a:noFill/>
          <a:ln>
            <a:noFill/>
          </a:ln>
        </p:spPr>
      </p:sp>
      <p:sp>
        <p:nvSpPr>
          <p:cNvPr id="247" name="Google Shape;247;p27"/>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48" name="Google Shape;248;p2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49" name="Google Shape;249;p27"/>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cxnSp>
        <p:nvCxnSpPr>
          <p:cNvPr id="250" name="Google Shape;250;p27"/>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sp>
        <p:nvSpPr>
          <p:cNvPr id="251" name="Google Shape;251;p27"/>
          <p:cNvSpPr txBox="1">
            <a:spLocks noGrp="1"/>
          </p:cNvSpPr>
          <p:nvPr>
            <p:ph type="body" idx="1"/>
          </p:nvPr>
        </p:nvSpPr>
        <p:spPr>
          <a:xfrm>
            <a:off x="3600750" y="1693125"/>
            <a:ext cx="5066400" cy="614100"/>
          </a:xfrm>
          <a:prstGeom prst="rect">
            <a:avLst/>
          </a:prstGeom>
        </p:spPr>
        <p:txBody>
          <a:bodyPr spcFirstLastPara="1" wrap="square" lIns="91425" tIns="91425" rIns="91425" bIns="91425" anchor="t" anchorCtr="0">
            <a:normAutofit/>
          </a:bodyPr>
          <a:lstStyle>
            <a:lvl1pPr marL="457200" lvl="0" indent="-355600">
              <a:lnSpc>
                <a:spcPct val="100000"/>
              </a:lnSpc>
              <a:spcBef>
                <a:spcPts val="0"/>
              </a:spcBef>
              <a:spcAft>
                <a:spcPts val="0"/>
              </a:spcAft>
              <a:buClr>
                <a:schemeClr val="dk2"/>
              </a:buClr>
              <a:buSzPts val="2000"/>
              <a:buFont typeface="DM Sans"/>
              <a:buChar char="●"/>
              <a:defRPr sz="2000">
                <a:solidFill>
                  <a:schemeClr val="dk2"/>
                </a:solidFill>
              </a:defRPr>
            </a:lvl1pPr>
            <a:lvl2pPr marL="914400" lvl="1" indent="-355600">
              <a:lnSpc>
                <a:spcPct val="100000"/>
              </a:lnSpc>
              <a:spcBef>
                <a:spcPts val="0"/>
              </a:spcBef>
              <a:spcAft>
                <a:spcPts val="0"/>
              </a:spcAft>
              <a:buClr>
                <a:schemeClr val="dk2"/>
              </a:buClr>
              <a:buSzPts val="2000"/>
              <a:buFont typeface="DM Sans"/>
              <a:buChar char="○"/>
              <a:defRPr sz="2000">
                <a:solidFill>
                  <a:schemeClr val="dk2"/>
                </a:solidFill>
              </a:defRPr>
            </a:lvl2pPr>
            <a:lvl3pPr marL="1371600" lvl="2" indent="-355600">
              <a:lnSpc>
                <a:spcPct val="100000"/>
              </a:lnSpc>
              <a:spcBef>
                <a:spcPts val="0"/>
              </a:spcBef>
              <a:spcAft>
                <a:spcPts val="0"/>
              </a:spcAft>
              <a:buClr>
                <a:schemeClr val="dk2"/>
              </a:buClr>
              <a:buSzPts val="2000"/>
              <a:buFont typeface="DM Sans"/>
              <a:buChar char="■"/>
              <a:defRPr sz="2000">
                <a:solidFill>
                  <a:schemeClr val="dk2"/>
                </a:solidFill>
              </a:defRPr>
            </a:lvl3pPr>
            <a:lvl4pPr marL="1828800" lvl="3" indent="-355600">
              <a:lnSpc>
                <a:spcPct val="100000"/>
              </a:lnSpc>
              <a:spcBef>
                <a:spcPts val="0"/>
              </a:spcBef>
              <a:spcAft>
                <a:spcPts val="0"/>
              </a:spcAft>
              <a:buClr>
                <a:schemeClr val="dk2"/>
              </a:buClr>
              <a:buSzPts val="2000"/>
              <a:buFont typeface="DM Sans"/>
              <a:buChar char="●"/>
              <a:defRPr sz="2000">
                <a:solidFill>
                  <a:schemeClr val="dk2"/>
                </a:solidFill>
              </a:defRPr>
            </a:lvl4pPr>
            <a:lvl5pPr marL="2286000" lvl="4" indent="-355600">
              <a:lnSpc>
                <a:spcPct val="100000"/>
              </a:lnSpc>
              <a:spcBef>
                <a:spcPts val="0"/>
              </a:spcBef>
              <a:spcAft>
                <a:spcPts val="0"/>
              </a:spcAft>
              <a:buClr>
                <a:schemeClr val="dk2"/>
              </a:buClr>
              <a:buSzPts val="2000"/>
              <a:buFont typeface="DM Sans"/>
              <a:buChar char="○"/>
              <a:defRPr sz="2000">
                <a:solidFill>
                  <a:schemeClr val="dk2"/>
                </a:solidFill>
              </a:defRPr>
            </a:lvl5pPr>
            <a:lvl6pPr marL="2743200" lvl="5" indent="-355600">
              <a:lnSpc>
                <a:spcPct val="100000"/>
              </a:lnSpc>
              <a:spcBef>
                <a:spcPts val="0"/>
              </a:spcBef>
              <a:spcAft>
                <a:spcPts val="0"/>
              </a:spcAft>
              <a:buClr>
                <a:schemeClr val="dk2"/>
              </a:buClr>
              <a:buSzPts val="2000"/>
              <a:buFont typeface="DM Sans"/>
              <a:buChar char="■"/>
              <a:defRPr sz="2000">
                <a:solidFill>
                  <a:schemeClr val="dk2"/>
                </a:solidFill>
              </a:defRPr>
            </a:lvl6pPr>
            <a:lvl7pPr marL="3200400" lvl="6" indent="-355600">
              <a:lnSpc>
                <a:spcPct val="100000"/>
              </a:lnSpc>
              <a:spcBef>
                <a:spcPts val="0"/>
              </a:spcBef>
              <a:spcAft>
                <a:spcPts val="0"/>
              </a:spcAft>
              <a:buClr>
                <a:schemeClr val="dk2"/>
              </a:buClr>
              <a:buSzPts val="2000"/>
              <a:buFont typeface="DM Sans"/>
              <a:buChar char="●"/>
              <a:defRPr sz="2000">
                <a:solidFill>
                  <a:schemeClr val="dk2"/>
                </a:solidFill>
              </a:defRPr>
            </a:lvl7pPr>
            <a:lvl8pPr marL="3657600" lvl="7" indent="-355600">
              <a:lnSpc>
                <a:spcPct val="100000"/>
              </a:lnSpc>
              <a:spcBef>
                <a:spcPts val="0"/>
              </a:spcBef>
              <a:spcAft>
                <a:spcPts val="0"/>
              </a:spcAft>
              <a:buClr>
                <a:schemeClr val="dk2"/>
              </a:buClr>
              <a:buSzPts val="2000"/>
              <a:buFont typeface="DM Sans"/>
              <a:buChar char="○"/>
              <a:defRPr sz="2000">
                <a:solidFill>
                  <a:schemeClr val="dk2"/>
                </a:solidFill>
              </a:defRPr>
            </a:lvl8pPr>
            <a:lvl9pPr marL="4114800" lvl="8" indent="-355600">
              <a:lnSpc>
                <a:spcPct val="100000"/>
              </a:lnSpc>
              <a:spcBef>
                <a:spcPts val="0"/>
              </a:spcBef>
              <a:spcAft>
                <a:spcPts val="0"/>
              </a:spcAft>
              <a:buClr>
                <a:schemeClr val="dk2"/>
              </a:buClr>
              <a:buSzPts val="2000"/>
              <a:buFont typeface="DM Sans"/>
              <a:buChar char="■"/>
              <a:defRPr sz="2000">
                <a:solidFill>
                  <a:schemeClr val="dk2"/>
                </a:solidFil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big ideas">
  <p:cSld name="CUSTOM_6_1">
    <p:spTree>
      <p:nvGrpSpPr>
        <p:cNvPr id="1" name="Shape 252"/>
        <p:cNvGrpSpPr/>
        <p:nvPr/>
      </p:nvGrpSpPr>
      <p:grpSpPr>
        <a:xfrm>
          <a:off x="0" y="0"/>
          <a:ext cx="0" cy="0"/>
          <a:chOff x="0" y="0"/>
          <a:chExt cx="0" cy="0"/>
        </a:xfrm>
      </p:grpSpPr>
      <p:sp>
        <p:nvSpPr>
          <p:cNvPr id="253" name="Google Shape;253;p28"/>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54" name="Google Shape;254;p2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5" name="Google Shape;255;p28"/>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56" name="Google Shape;256;p28"/>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257" name="Google Shape;257;p28"/>
          <p:cNvSpPr txBox="1">
            <a:spLocks noGrp="1"/>
          </p:cNvSpPr>
          <p:nvPr>
            <p:ph type="body" idx="1"/>
          </p:nvPr>
        </p:nvSpPr>
        <p:spPr>
          <a:xfrm>
            <a:off x="478875" y="2398650"/>
            <a:ext cx="40365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58" name="Google Shape;258;p28"/>
          <p:cNvSpPr txBox="1">
            <a:spLocks noGrp="1"/>
          </p:cNvSpPr>
          <p:nvPr>
            <p:ph type="body" idx="2"/>
          </p:nvPr>
        </p:nvSpPr>
        <p:spPr>
          <a:xfrm>
            <a:off x="4628700" y="2398650"/>
            <a:ext cx="40365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59" name="Google Shape;259;p28"/>
          <p:cNvSpPr txBox="1">
            <a:spLocks noGrp="1"/>
          </p:cNvSpPr>
          <p:nvPr>
            <p:ph type="subTitle" idx="3"/>
          </p:nvPr>
        </p:nvSpPr>
        <p:spPr>
          <a:xfrm>
            <a:off x="478885" y="17859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60" name="Google Shape;260;p28"/>
          <p:cNvSpPr txBox="1">
            <a:spLocks noGrp="1"/>
          </p:cNvSpPr>
          <p:nvPr>
            <p:ph type="subTitle" idx="4"/>
          </p:nvPr>
        </p:nvSpPr>
        <p:spPr>
          <a:xfrm>
            <a:off x="4628700" y="17859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cxnSp>
        <p:nvCxnSpPr>
          <p:cNvPr id="261" name="Google Shape;261;p28"/>
          <p:cNvCxnSpPr/>
          <p:nvPr/>
        </p:nvCxnSpPr>
        <p:spPr>
          <a:xfrm>
            <a:off x="476850" y="2306550"/>
            <a:ext cx="4052100" cy="0"/>
          </a:xfrm>
          <a:prstGeom prst="straightConnector1">
            <a:avLst/>
          </a:prstGeom>
          <a:noFill/>
          <a:ln w="19050" cap="flat" cmpd="sng">
            <a:solidFill>
              <a:schemeClr val="lt1"/>
            </a:solidFill>
            <a:prstDash val="solid"/>
            <a:round/>
            <a:headEnd type="none" w="med" len="med"/>
            <a:tailEnd type="none" w="med" len="med"/>
          </a:ln>
        </p:spPr>
      </p:cxnSp>
      <p:cxnSp>
        <p:nvCxnSpPr>
          <p:cNvPr id="262" name="Google Shape;262;p28"/>
          <p:cNvCxnSpPr/>
          <p:nvPr/>
        </p:nvCxnSpPr>
        <p:spPr>
          <a:xfrm>
            <a:off x="4613100" y="2306550"/>
            <a:ext cx="40521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ree big ideas">
  <p:cSld name="CUSTOM_6_1_1">
    <p:spTree>
      <p:nvGrpSpPr>
        <p:cNvPr id="1" name="Shape 263"/>
        <p:cNvGrpSpPr/>
        <p:nvPr/>
      </p:nvGrpSpPr>
      <p:grpSpPr>
        <a:xfrm>
          <a:off x="0" y="0"/>
          <a:ext cx="0" cy="0"/>
          <a:chOff x="0" y="0"/>
          <a:chExt cx="0" cy="0"/>
        </a:xfrm>
      </p:grpSpPr>
      <p:sp>
        <p:nvSpPr>
          <p:cNvPr id="264" name="Google Shape;264;p29"/>
          <p:cNvSpPr txBox="1">
            <a:spLocks noGrp="1"/>
          </p:cNvSpPr>
          <p:nvPr>
            <p:ph type="subTitle" idx="1"/>
          </p:nvPr>
        </p:nvSpPr>
        <p:spPr>
          <a:xfrm>
            <a:off x="478875" y="17859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65" name="Google Shape;265;p29"/>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66" name="Google Shape;266;p29"/>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67" name="Google Shape;267;p29"/>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68" name="Google Shape;268;p29"/>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269" name="Google Shape;269;p29"/>
          <p:cNvSpPr txBox="1">
            <a:spLocks noGrp="1"/>
          </p:cNvSpPr>
          <p:nvPr>
            <p:ph type="body" idx="2"/>
          </p:nvPr>
        </p:nvSpPr>
        <p:spPr>
          <a:xfrm>
            <a:off x="478875" y="2398650"/>
            <a:ext cx="26229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70" name="Google Shape;270;p29"/>
          <p:cNvSpPr txBox="1">
            <a:spLocks noGrp="1"/>
          </p:cNvSpPr>
          <p:nvPr>
            <p:ph type="body" idx="3"/>
          </p:nvPr>
        </p:nvSpPr>
        <p:spPr>
          <a:xfrm>
            <a:off x="6042300" y="2398650"/>
            <a:ext cx="26229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cxnSp>
        <p:nvCxnSpPr>
          <p:cNvPr id="271" name="Google Shape;271;p29"/>
          <p:cNvCxnSpPr/>
          <p:nvPr/>
        </p:nvCxnSpPr>
        <p:spPr>
          <a:xfrm>
            <a:off x="476850" y="2306550"/>
            <a:ext cx="2623200" cy="0"/>
          </a:xfrm>
          <a:prstGeom prst="straightConnector1">
            <a:avLst/>
          </a:prstGeom>
          <a:noFill/>
          <a:ln w="19050" cap="flat" cmpd="sng">
            <a:solidFill>
              <a:schemeClr val="lt1"/>
            </a:solidFill>
            <a:prstDash val="solid"/>
            <a:round/>
            <a:headEnd type="none" w="med" len="med"/>
            <a:tailEnd type="none" w="med" len="med"/>
          </a:ln>
        </p:spPr>
      </p:cxnSp>
      <p:sp>
        <p:nvSpPr>
          <p:cNvPr id="272" name="Google Shape;272;p29"/>
          <p:cNvSpPr txBox="1">
            <a:spLocks noGrp="1"/>
          </p:cNvSpPr>
          <p:nvPr>
            <p:ph type="subTitle" idx="4"/>
          </p:nvPr>
        </p:nvSpPr>
        <p:spPr>
          <a:xfrm>
            <a:off x="3260538" y="17859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73" name="Google Shape;273;p29"/>
          <p:cNvSpPr txBox="1">
            <a:spLocks noGrp="1"/>
          </p:cNvSpPr>
          <p:nvPr>
            <p:ph type="subTitle" idx="5"/>
          </p:nvPr>
        </p:nvSpPr>
        <p:spPr>
          <a:xfrm>
            <a:off x="6042225" y="17859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74" name="Google Shape;274;p29"/>
          <p:cNvSpPr txBox="1">
            <a:spLocks noGrp="1"/>
          </p:cNvSpPr>
          <p:nvPr>
            <p:ph type="body" idx="6"/>
          </p:nvPr>
        </p:nvSpPr>
        <p:spPr>
          <a:xfrm>
            <a:off x="3260588" y="2398650"/>
            <a:ext cx="2622900" cy="22683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cxnSp>
        <p:nvCxnSpPr>
          <p:cNvPr id="275" name="Google Shape;275;p29"/>
          <p:cNvCxnSpPr/>
          <p:nvPr/>
        </p:nvCxnSpPr>
        <p:spPr>
          <a:xfrm>
            <a:off x="3260538" y="2306550"/>
            <a:ext cx="2623200" cy="0"/>
          </a:xfrm>
          <a:prstGeom prst="straightConnector1">
            <a:avLst/>
          </a:prstGeom>
          <a:noFill/>
          <a:ln w="19050" cap="flat" cmpd="sng">
            <a:solidFill>
              <a:schemeClr val="lt1"/>
            </a:solidFill>
            <a:prstDash val="solid"/>
            <a:round/>
            <a:headEnd type="none" w="med" len="med"/>
            <a:tailEnd type="none" w="med" len="med"/>
          </a:ln>
        </p:spPr>
      </p:cxnSp>
      <p:cxnSp>
        <p:nvCxnSpPr>
          <p:cNvPr id="276" name="Google Shape;276;p29"/>
          <p:cNvCxnSpPr/>
          <p:nvPr/>
        </p:nvCxnSpPr>
        <p:spPr>
          <a:xfrm>
            <a:off x="6042225" y="2306550"/>
            <a:ext cx="26232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Four big ideas">
  <p:cSld name="CUSTOM_6_1_2">
    <p:spTree>
      <p:nvGrpSpPr>
        <p:cNvPr id="1" name="Shape 277"/>
        <p:cNvGrpSpPr/>
        <p:nvPr/>
      </p:nvGrpSpPr>
      <p:grpSpPr>
        <a:xfrm>
          <a:off x="0" y="0"/>
          <a:ext cx="0" cy="0"/>
          <a:chOff x="0" y="0"/>
          <a:chExt cx="0" cy="0"/>
        </a:xfrm>
      </p:grpSpPr>
      <p:sp>
        <p:nvSpPr>
          <p:cNvPr id="278" name="Google Shape;278;p30"/>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79" name="Google Shape;279;p30"/>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80" name="Google Shape;280;p30"/>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81" name="Google Shape;281;p30"/>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SzPts val="5000"/>
              <a:buFont typeface="Chakra Petch Medium"/>
              <a:buNone/>
              <a:defRPr/>
            </a:lvl1pPr>
            <a:lvl2pPr lvl="1">
              <a:spcBef>
                <a:spcPts val="0"/>
              </a:spcBef>
              <a:spcAft>
                <a:spcPts val="0"/>
              </a:spcAft>
              <a:buSzPts val="5000"/>
              <a:buFont typeface="Chakra Petch Medium"/>
              <a:buNone/>
              <a:defRPr/>
            </a:lvl2pPr>
            <a:lvl3pPr lvl="2">
              <a:spcBef>
                <a:spcPts val="0"/>
              </a:spcBef>
              <a:spcAft>
                <a:spcPts val="0"/>
              </a:spcAft>
              <a:buSzPts val="5000"/>
              <a:buFont typeface="Chakra Petch Medium"/>
              <a:buNone/>
              <a:defRPr/>
            </a:lvl3pPr>
            <a:lvl4pPr lvl="3">
              <a:spcBef>
                <a:spcPts val="0"/>
              </a:spcBef>
              <a:spcAft>
                <a:spcPts val="0"/>
              </a:spcAft>
              <a:buSzPts val="5000"/>
              <a:buFont typeface="Chakra Petch Medium"/>
              <a:buNone/>
              <a:defRPr/>
            </a:lvl4pPr>
            <a:lvl5pPr lvl="4">
              <a:spcBef>
                <a:spcPts val="0"/>
              </a:spcBef>
              <a:spcAft>
                <a:spcPts val="0"/>
              </a:spcAft>
              <a:buSzPts val="5000"/>
              <a:buFont typeface="Chakra Petch Medium"/>
              <a:buNone/>
              <a:defRPr/>
            </a:lvl5pPr>
            <a:lvl6pPr lvl="5">
              <a:spcBef>
                <a:spcPts val="0"/>
              </a:spcBef>
              <a:spcAft>
                <a:spcPts val="0"/>
              </a:spcAft>
              <a:buSzPts val="5000"/>
              <a:buFont typeface="Chakra Petch Medium"/>
              <a:buNone/>
              <a:defRPr/>
            </a:lvl6pPr>
            <a:lvl7pPr lvl="6">
              <a:spcBef>
                <a:spcPts val="0"/>
              </a:spcBef>
              <a:spcAft>
                <a:spcPts val="0"/>
              </a:spcAft>
              <a:buSzPts val="5000"/>
              <a:buFont typeface="Chakra Petch Medium"/>
              <a:buNone/>
              <a:defRPr/>
            </a:lvl7pPr>
            <a:lvl8pPr lvl="7">
              <a:spcBef>
                <a:spcPts val="0"/>
              </a:spcBef>
              <a:spcAft>
                <a:spcPts val="0"/>
              </a:spcAft>
              <a:buSzPts val="5000"/>
              <a:buFont typeface="Chakra Petch Medium"/>
              <a:buNone/>
              <a:defRPr/>
            </a:lvl8pPr>
            <a:lvl9pPr lvl="8">
              <a:spcBef>
                <a:spcPts val="0"/>
              </a:spcBef>
              <a:spcAft>
                <a:spcPts val="0"/>
              </a:spcAft>
              <a:buSzPts val="5000"/>
              <a:buFont typeface="Chakra Petch Medium"/>
              <a:buNone/>
              <a:defRPr/>
            </a:lvl9pPr>
          </a:lstStyle>
          <a:p>
            <a:endParaRPr/>
          </a:p>
        </p:txBody>
      </p:sp>
      <p:sp>
        <p:nvSpPr>
          <p:cNvPr id="282" name="Google Shape;282;p30"/>
          <p:cNvSpPr txBox="1">
            <a:spLocks noGrp="1"/>
          </p:cNvSpPr>
          <p:nvPr>
            <p:ph type="body" idx="1"/>
          </p:nvPr>
        </p:nvSpPr>
        <p:spPr>
          <a:xfrm>
            <a:off x="478875" y="2398650"/>
            <a:ext cx="4036500" cy="7731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83" name="Google Shape;283;p30"/>
          <p:cNvSpPr txBox="1">
            <a:spLocks noGrp="1"/>
          </p:cNvSpPr>
          <p:nvPr>
            <p:ph type="body" idx="2"/>
          </p:nvPr>
        </p:nvSpPr>
        <p:spPr>
          <a:xfrm>
            <a:off x="4628700" y="2398650"/>
            <a:ext cx="4036500" cy="7731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84" name="Google Shape;284;p30"/>
          <p:cNvSpPr txBox="1">
            <a:spLocks noGrp="1"/>
          </p:cNvSpPr>
          <p:nvPr>
            <p:ph type="subTitle" idx="3"/>
          </p:nvPr>
        </p:nvSpPr>
        <p:spPr>
          <a:xfrm>
            <a:off x="478885" y="17859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85" name="Google Shape;285;p30"/>
          <p:cNvSpPr txBox="1">
            <a:spLocks noGrp="1"/>
          </p:cNvSpPr>
          <p:nvPr>
            <p:ph type="subTitle" idx="4"/>
          </p:nvPr>
        </p:nvSpPr>
        <p:spPr>
          <a:xfrm>
            <a:off x="4628700" y="17859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86" name="Google Shape;286;p30"/>
          <p:cNvSpPr txBox="1">
            <a:spLocks noGrp="1"/>
          </p:cNvSpPr>
          <p:nvPr>
            <p:ph type="body" idx="5"/>
          </p:nvPr>
        </p:nvSpPr>
        <p:spPr>
          <a:xfrm>
            <a:off x="478875" y="3893750"/>
            <a:ext cx="4036500" cy="7731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87" name="Google Shape;287;p30"/>
          <p:cNvSpPr txBox="1">
            <a:spLocks noGrp="1"/>
          </p:cNvSpPr>
          <p:nvPr>
            <p:ph type="body" idx="6"/>
          </p:nvPr>
        </p:nvSpPr>
        <p:spPr>
          <a:xfrm>
            <a:off x="4628700" y="3893750"/>
            <a:ext cx="4036500" cy="7731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288" name="Google Shape;288;p30"/>
          <p:cNvSpPr txBox="1">
            <a:spLocks noGrp="1"/>
          </p:cNvSpPr>
          <p:nvPr>
            <p:ph type="subTitle" idx="7"/>
          </p:nvPr>
        </p:nvSpPr>
        <p:spPr>
          <a:xfrm>
            <a:off x="478885" y="32810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289" name="Google Shape;289;p30"/>
          <p:cNvSpPr txBox="1">
            <a:spLocks noGrp="1"/>
          </p:cNvSpPr>
          <p:nvPr>
            <p:ph type="subTitle" idx="8"/>
          </p:nvPr>
        </p:nvSpPr>
        <p:spPr>
          <a:xfrm>
            <a:off x="4628700" y="32810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cxnSp>
        <p:nvCxnSpPr>
          <p:cNvPr id="290" name="Google Shape;290;p30"/>
          <p:cNvCxnSpPr/>
          <p:nvPr/>
        </p:nvCxnSpPr>
        <p:spPr>
          <a:xfrm>
            <a:off x="476850" y="2306550"/>
            <a:ext cx="4052100" cy="0"/>
          </a:xfrm>
          <a:prstGeom prst="straightConnector1">
            <a:avLst/>
          </a:prstGeom>
          <a:noFill/>
          <a:ln w="19050" cap="flat" cmpd="sng">
            <a:solidFill>
              <a:schemeClr val="lt1"/>
            </a:solidFill>
            <a:prstDash val="solid"/>
            <a:round/>
            <a:headEnd type="none" w="med" len="med"/>
            <a:tailEnd type="none" w="med" len="med"/>
          </a:ln>
        </p:spPr>
      </p:cxnSp>
      <p:cxnSp>
        <p:nvCxnSpPr>
          <p:cNvPr id="291" name="Google Shape;291;p30"/>
          <p:cNvCxnSpPr/>
          <p:nvPr/>
        </p:nvCxnSpPr>
        <p:spPr>
          <a:xfrm>
            <a:off x="4613100" y="2306550"/>
            <a:ext cx="4052100" cy="0"/>
          </a:xfrm>
          <a:prstGeom prst="straightConnector1">
            <a:avLst/>
          </a:prstGeom>
          <a:noFill/>
          <a:ln w="19050" cap="flat" cmpd="sng">
            <a:solidFill>
              <a:schemeClr val="lt1"/>
            </a:solidFill>
            <a:prstDash val="solid"/>
            <a:round/>
            <a:headEnd type="none" w="med" len="med"/>
            <a:tailEnd type="none" w="med" len="med"/>
          </a:ln>
        </p:spPr>
      </p:cxnSp>
      <p:cxnSp>
        <p:nvCxnSpPr>
          <p:cNvPr id="292" name="Google Shape;292;p30"/>
          <p:cNvCxnSpPr/>
          <p:nvPr/>
        </p:nvCxnSpPr>
        <p:spPr>
          <a:xfrm>
            <a:off x="477825" y="3801650"/>
            <a:ext cx="4052100" cy="0"/>
          </a:xfrm>
          <a:prstGeom prst="straightConnector1">
            <a:avLst/>
          </a:prstGeom>
          <a:noFill/>
          <a:ln w="19050" cap="flat" cmpd="sng">
            <a:solidFill>
              <a:schemeClr val="lt1"/>
            </a:solidFill>
            <a:prstDash val="solid"/>
            <a:round/>
            <a:headEnd type="none" w="med" len="med"/>
            <a:tailEnd type="none" w="med" len="med"/>
          </a:ln>
        </p:spPr>
      </p:cxnSp>
      <p:cxnSp>
        <p:nvCxnSpPr>
          <p:cNvPr id="293" name="Google Shape;293;p30"/>
          <p:cNvCxnSpPr/>
          <p:nvPr/>
        </p:nvCxnSpPr>
        <p:spPr>
          <a:xfrm>
            <a:off x="4614075" y="3801650"/>
            <a:ext cx="40521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image">
  <p:cSld name="TITLE_AND_TWO_COLUMNS_1_2_1">
    <p:bg>
      <p:bgPr>
        <a:solidFill>
          <a:schemeClr val="lt1"/>
        </a:solidFill>
        <a:effectLst/>
      </p:bgPr>
    </p:bg>
    <p:spTree>
      <p:nvGrpSpPr>
        <p:cNvPr id="1" name="Shape 294"/>
        <p:cNvGrpSpPr/>
        <p:nvPr/>
      </p:nvGrpSpPr>
      <p:grpSpPr>
        <a:xfrm>
          <a:off x="0" y="0"/>
          <a:ext cx="0" cy="0"/>
          <a:chOff x="0" y="0"/>
          <a:chExt cx="0" cy="0"/>
        </a:xfrm>
      </p:grpSpPr>
      <p:sp>
        <p:nvSpPr>
          <p:cNvPr id="295" name="Google Shape;295;p31"/>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296" name="Google Shape;296;p31"/>
          <p:cNvSpPr>
            <a:spLocks noGrp="1"/>
          </p:cNvSpPr>
          <p:nvPr>
            <p:ph type="pic" idx="2"/>
          </p:nvPr>
        </p:nvSpPr>
        <p:spPr>
          <a:xfrm rot="10800000">
            <a:off x="474175" y="1837225"/>
            <a:ext cx="8190600" cy="2834700"/>
          </a:xfrm>
          <a:prstGeom prst="rect">
            <a:avLst/>
          </a:prstGeom>
          <a:noFill/>
          <a:ln>
            <a:noFill/>
          </a:ln>
        </p:spPr>
      </p:sp>
      <p:sp>
        <p:nvSpPr>
          <p:cNvPr id="297" name="Google Shape;297;p31"/>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98" name="Google Shape;298;p31"/>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99" name="Google Shape;299;p31"/>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5000"/>
              <a:buFont typeface="Chakra Petch Medium"/>
              <a:buNone/>
              <a:defRPr>
                <a:solidFill>
                  <a:schemeClr val="dk1"/>
                </a:solidFill>
              </a:defRPr>
            </a:lvl1pPr>
            <a:lvl2pPr lvl="1">
              <a:spcBef>
                <a:spcPts val="0"/>
              </a:spcBef>
              <a:spcAft>
                <a:spcPts val="0"/>
              </a:spcAft>
              <a:buClr>
                <a:schemeClr val="dk1"/>
              </a:buClr>
              <a:buSzPts val="5000"/>
              <a:buFont typeface="Chakra Petch Medium"/>
              <a:buNone/>
              <a:defRPr>
                <a:solidFill>
                  <a:schemeClr val="dk1"/>
                </a:solidFill>
              </a:defRPr>
            </a:lvl2pPr>
            <a:lvl3pPr lvl="2">
              <a:spcBef>
                <a:spcPts val="0"/>
              </a:spcBef>
              <a:spcAft>
                <a:spcPts val="0"/>
              </a:spcAft>
              <a:buClr>
                <a:schemeClr val="dk1"/>
              </a:buClr>
              <a:buSzPts val="5000"/>
              <a:buFont typeface="Chakra Petch Medium"/>
              <a:buNone/>
              <a:defRPr>
                <a:solidFill>
                  <a:schemeClr val="dk1"/>
                </a:solidFill>
              </a:defRPr>
            </a:lvl3pPr>
            <a:lvl4pPr lvl="3">
              <a:spcBef>
                <a:spcPts val="0"/>
              </a:spcBef>
              <a:spcAft>
                <a:spcPts val="0"/>
              </a:spcAft>
              <a:buClr>
                <a:schemeClr val="dk1"/>
              </a:buClr>
              <a:buSzPts val="5000"/>
              <a:buFont typeface="Chakra Petch Medium"/>
              <a:buNone/>
              <a:defRPr>
                <a:solidFill>
                  <a:schemeClr val="dk1"/>
                </a:solidFill>
              </a:defRPr>
            </a:lvl4pPr>
            <a:lvl5pPr lvl="4">
              <a:spcBef>
                <a:spcPts val="0"/>
              </a:spcBef>
              <a:spcAft>
                <a:spcPts val="0"/>
              </a:spcAft>
              <a:buClr>
                <a:schemeClr val="dk1"/>
              </a:buClr>
              <a:buSzPts val="5000"/>
              <a:buFont typeface="Chakra Petch Medium"/>
              <a:buNone/>
              <a:defRPr>
                <a:solidFill>
                  <a:schemeClr val="dk1"/>
                </a:solidFill>
              </a:defRPr>
            </a:lvl5pPr>
            <a:lvl6pPr lvl="5">
              <a:spcBef>
                <a:spcPts val="0"/>
              </a:spcBef>
              <a:spcAft>
                <a:spcPts val="0"/>
              </a:spcAft>
              <a:buClr>
                <a:schemeClr val="dk1"/>
              </a:buClr>
              <a:buSzPts val="5000"/>
              <a:buFont typeface="Chakra Petch Medium"/>
              <a:buNone/>
              <a:defRPr>
                <a:solidFill>
                  <a:schemeClr val="dk1"/>
                </a:solidFill>
              </a:defRPr>
            </a:lvl6pPr>
            <a:lvl7pPr lvl="6">
              <a:spcBef>
                <a:spcPts val="0"/>
              </a:spcBef>
              <a:spcAft>
                <a:spcPts val="0"/>
              </a:spcAft>
              <a:buClr>
                <a:schemeClr val="dk1"/>
              </a:buClr>
              <a:buSzPts val="5000"/>
              <a:buFont typeface="Chakra Petch Medium"/>
              <a:buNone/>
              <a:defRPr>
                <a:solidFill>
                  <a:schemeClr val="dk1"/>
                </a:solidFill>
              </a:defRPr>
            </a:lvl7pPr>
            <a:lvl8pPr lvl="7">
              <a:spcBef>
                <a:spcPts val="0"/>
              </a:spcBef>
              <a:spcAft>
                <a:spcPts val="0"/>
              </a:spcAft>
              <a:buClr>
                <a:schemeClr val="dk1"/>
              </a:buClr>
              <a:buSzPts val="5000"/>
              <a:buFont typeface="Chakra Petch Medium"/>
              <a:buNone/>
              <a:defRPr>
                <a:solidFill>
                  <a:schemeClr val="dk1"/>
                </a:solidFill>
              </a:defRPr>
            </a:lvl8pPr>
            <a:lvl9pPr lvl="8">
              <a:spcBef>
                <a:spcPts val="0"/>
              </a:spcBef>
              <a:spcAft>
                <a:spcPts val="0"/>
              </a:spcAft>
              <a:buClr>
                <a:schemeClr val="dk1"/>
              </a:buClr>
              <a:buSzPts val="5000"/>
              <a:buFont typeface="Chakra Petch Medium"/>
              <a:buNone/>
              <a:defRPr>
                <a:solidFill>
                  <a:schemeClr val="dk1"/>
                </a:solidFill>
              </a:defRPr>
            </a:lvl9pPr>
          </a:lstStyle>
          <a:p>
            <a:endParaRPr/>
          </a:p>
        </p:txBody>
      </p:sp>
      <p:cxnSp>
        <p:nvCxnSpPr>
          <p:cNvPr id="300" name="Google Shape;300;p31"/>
          <p:cNvCxnSpPr/>
          <p:nvPr/>
        </p:nvCxnSpPr>
        <p:spPr>
          <a:xfrm>
            <a:off x="476850" y="1693125"/>
            <a:ext cx="8190300" cy="0"/>
          </a:xfrm>
          <a:prstGeom prst="straightConnector1">
            <a:avLst/>
          </a:prstGeom>
          <a:noFill/>
          <a:ln w="19050" cap="flat" cmpd="sng">
            <a:solidFill>
              <a:schemeClr val="lt2"/>
            </a:solidFill>
            <a:prstDash val="solid"/>
            <a:round/>
            <a:headEnd type="none" w="med" len="med"/>
            <a:tailEnd type="none" w="med" len="med"/>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wo storyboards">
  <p:cSld name="CUSTOM_13">
    <p:spTree>
      <p:nvGrpSpPr>
        <p:cNvPr id="1" name="Shape 301"/>
        <p:cNvGrpSpPr/>
        <p:nvPr/>
      </p:nvGrpSpPr>
      <p:grpSpPr>
        <a:xfrm>
          <a:off x="0" y="0"/>
          <a:ext cx="0" cy="0"/>
          <a:chOff x="0" y="0"/>
          <a:chExt cx="0" cy="0"/>
        </a:xfrm>
      </p:grpSpPr>
      <p:sp>
        <p:nvSpPr>
          <p:cNvPr id="302" name="Google Shape;302;p32"/>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03" name="Google Shape;303;p32"/>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04" name="Google Shape;304;p32"/>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305" name="Google Shape;305;p32"/>
          <p:cNvSpPr txBox="1">
            <a:spLocks noGrp="1"/>
          </p:cNvSpPr>
          <p:nvPr>
            <p:ph type="title"/>
          </p:nvPr>
        </p:nvSpPr>
        <p:spPr>
          <a:xfrm>
            <a:off x="365625" y="384301"/>
            <a:ext cx="8412600" cy="1002000"/>
          </a:xfrm>
          <a:prstGeom prst="rect">
            <a:avLst/>
          </a:prstGeom>
        </p:spPr>
        <p:txBody>
          <a:bodyPr spcFirstLastPara="1" wrap="square" lIns="91425" tIns="91425" rIns="91425" bIns="91425" anchor="t" anchorCtr="0">
            <a:noAutofit/>
          </a:bodyPr>
          <a:lstStyle>
            <a:lvl1pPr lvl="0">
              <a:spcBef>
                <a:spcPts val="0"/>
              </a:spcBef>
              <a:spcAft>
                <a:spcPts val="0"/>
              </a:spcAft>
              <a:buSzPts val="3500"/>
              <a:buFont typeface="Chakra Petch Medium"/>
              <a:buNone/>
              <a:defRPr sz="3500"/>
            </a:lvl1pPr>
            <a:lvl2pPr lvl="1">
              <a:spcBef>
                <a:spcPts val="0"/>
              </a:spcBef>
              <a:spcAft>
                <a:spcPts val="0"/>
              </a:spcAft>
              <a:buSzPts val="4500"/>
              <a:buFont typeface="Chakra Petch Medium"/>
              <a:buNone/>
              <a:defRPr sz="4500"/>
            </a:lvl2pPr>
            <a:lvl3pPr lvl="2">
              <a:spcBef>
                <a:spcPts val="0"/>
              </a:spcBef>
              <a:spcAft>
                <a:spcPts val="0"/>
              </a:spcAft>
              <a:buSzPts val="4500"/>
              <a:buFont typeface="Chakra Petch Medium"/>
              <a:buNone/>
              <a:defRPr sz="4500"/>
            </a:lvl3pPr>
            <a:lvl4pPr lvl="3">
              <a:spcBef>
                <a:spcPts val="0"/>
              </a:spcBef>
              <a:spcAft>
                <a:spcPts val="0"/>
              </a:spcAft>
              <a:buSzPts val="4500"/>
              <a:buFont typeface="Chakra Petch Medium"/>
              <a:buNone/>
              <a:defRPr sz="4500"/>
            </a:lvl4pPr>
            <a:lvl5pPr lvl="4">
              <a:spcBef>
                <a:spcPts val="0"/>
              </a:spcBef>
              <a:spcAft>
                <a:spcPts val="0"/>
              </a:spcAft>
              <a:buSzPts val="4500"/>
              <a:buFont typeface="Chakra Petch Medium"/>
              <a:buNone/>
              <a:defRPr sz="4500"/>
            </a:lvl5pPr>
            <a:lvl6pPr lvl="5">
              <a:spcBef>
                <a:spcPts val="0"/>
              </a:spcBef>
              <a:spcAft>
                <a:spcPts val="0"/>
              </a:spcAft>
              <a:buSzPts val="4500"/>
              <a:buFont typeface="Chakra Petch Medium"/>
              <a:buNone/>
              <a:defRPr sz="4500"/>
            </a:lvl6pPr>
            <a:lvl7pPr lvl="6">
              <a:spcBef>
                <a:spcPts val="0"/>
              </a:spcBef>
              <a:spcAft>
                <a:spcPts val="0"/>
              </a:spcAft>
              <a:buSzPts val="4500"/>
              <a:buFont typeface="Chakra Petch Medium"/>
              <a:buNone/>
              <a:defRPr sz="4500"/>
            </a:lvl7pPr>
            <a:lvl8pPr lvl="7">
              <a:spcBef>
                <a:spcPts val="0"/>
              </a:spcBef>
              <a:spcAft>
                <a:spcPts val="0"/>
              </a:spcAft>
              <a:buSzPts val="4500"/>
              <a:buFont typeface="Chakra Petch Medium"/>
              <a:buNone/>
              <a:defRPr sz="4500"/>
            </a:lvl8pPr>
            <a:lvl9pPr lvl="8">
              <a:spcBef>
                <a:spcPts val="0"/>
              </a:spcBef>
              <a:spcAft>
                <a:spcPts val="0"/>
              </a:spcAft>
              <a:buSzPts val="4500"/>
              <a:buFont typeface="Chakra Petch Medium"/>
              <a:buNone/>
              <a:defRPr sz="4500"/>
            </a:lvl9pPr>
          </a:lstStyle>
          <a:p>
            <a:endParaRPr/>
          </a:p>
        </p:txBody>
      </p:sp>
      <p:sp>
        <p:nvSpPr>
          <p:cNvPr id="306" name="Google Shape;306;p32"/>
          <p:cNvSpPr>
            <a:spLocks noGrp="1"/>
          </p:cNvSpPr>
          <p:nvPr>
            <p:ph type="pic" idx="2"/>
          </p:nvPr>
        </p:nvSpPr>
        <p:spPr>
          <a:xfrm rot="10800000">
            <a:off x="4611300" y="1290400"/>
            <a:ext cx="4053900" cy="1611300"/>
          </a:xfrm>
          <a:prstGeom prst="rect">
            <a:avLst/>
          </a:prstGeom>
          <a:noFill/>
          <a:ln>
            <a:noFill/>
          </a:ln>
        </p:spPr>
      </p:sp>
      <p:sp>
        <p:nvSpPr>
          <p:cNvPr id="307" name="Google Shape;307;p32"/>
          <p:cNvSpPr txBox="1">
            <a:spLocks noGrp="1"/>
          </p:cNvSpPr>
          <p:nvPr>
            <p:ph type="body" idx="1"/>
          </p:nvPr>
        </p:nvSpPr>
        <p:spPr>
          <a:xfrm>
            <a:off x="478875" y="1903150"/>
            <a:ext cx="4036500" cy="1002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308" name="Google Shape;308;p32"/>
          <p:cNvSpPr txBox="1">
            <a:spLocks noGrp="1"/>
          </p:cNvSpPr>
          <p:nvPr>
            <p:ph type="subTitle" idx="3"/>
          </p:nvPr>
        </p:nvSpPr>
        <p:spPr>
          <a:xfrm>
            <a:off x="478885" y="129040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309" name="Google Shape;309;p32"/>
          <p:cNvSpPr txBox="1">
            <a:spLocks noGrp="1"/>
          </p:cNvSpPr>
          <p:nvPr>
            <p:ph type="body" idx="4"/>
          </p:nvPr>
        </p:nvSpPr>
        <p:spPr>
          <a:xfrm>
            <a:off x="4628700" y="3668300"/>
            <a:ext cx="4036500" cy="1002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310" name="Google Shape;310;p32"/>
          <p:cNvSpPr txBox="1">
            <a:spLocks noGrp="1"/>
          </p:cNvSpPr>
          <p:nvPr>
            <p:ph type="subTitle" idx="5"/>
          </p:nvPr>
        </p:nvSpPr>
        <p:spPr>
          <a:xfrm>
            <a:off x="4628700" y="3055550"/>
            <a:ext cx="4036500" cy="3291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cxnSp>
        <p:nvCxnSpPr>
          <p:cNvPr id="311" name="Google Shape;311;p32"/>
          <p:cNvCxnSpPr/>
          <p:nvPr/>
        </p:nvCxnSpPr>
        <p:spPr>
          <a:xfrm>
            <a:off x="476850" y="1811050"/>
            <a:ext cx="4052100" cy="0"/>
          </a:xfrm>
          <a:prstGeom prst="straightConnector1">
            <a:avLst/>
          </a:prstGeom>
          <a:noFill/>
          <a:ln w="19050" cap="flat" cmpd="sng">
            <a:solidFill>
              <a:schemeClr val="lt1"/>
            </a:solidFill>
            <a:prstDash val="solid"/>
            <a:round/>
            <a:headEnd type="none" w="med" len="med"/>
            <a:tailEnd type="none" w="med" len="med"/>
          </a:ln>
        </p:spPr>
      </p:cxnSp>
      <p:cxnSp>
        <p:nvCxnSpPr>
          <p:cNvPr id="312" name="Google Shape;312;p32"/>
          <p:cNvCxnSpPr/>
          <p:nvPr/>
        </p:nvCxnSpPr>
        <p:spPr>
          <a:xfrm>
            <a:off x="4614075" y="3576200"/>
            <a:ext cx="4052100" cy="0"/>
          </a:xfrm>
          <a:prstGeom prst="straightConnector1">
            <a:avLst/>
          </a:prstGeom>
          <a:noFill/>
          <a:ln w="19050" cap="flat" cmpd="sng">
            <a:solidFill>
              <a:schemeClr val="lt1"/>
            </a:solidFill>
            <a:prstDash val="solid"/>
            <a:round/>
            <a:headEnd type="none" w="med" len="med"/>
            <a:tailEnd type="none" w="med" len="med"/>
          </a:ln>
        </p:spPr>
      </p:cxnSp>
      <p:sp>
        <p:nvSpPr>
          <p:cNvPr id="313" name="Google Shape;313;p32"/>
          <p:cNvSpPr>
            <a:spLocks noGrp="1"/>
          </p:cNvSpPr>
          <p:nvPr>
            <p:ph type="pic" idx="6"/>
          </p:nvPr>
        </p:nvSpPr>
        <p:spPr>
          <a:xfrm rot="10800000">
            <a:off x="470175" y="3055550"/>
            <a:ext cx="4053900" cy="1611300"/>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hree storyboards">
  <p:cSld name="CUSTOM_13_1">
    <p:spTree>
      <p:nvGrpSpPr>
        <p:cNvPr id="1" name="Shape 314"/>
        <p:cNvGrpSpPr/>
        <p:nvPr/>
      </p:nvGrpSpPr>
      <p:grpSpPr>
        <a:xfrm>
          <a:off x="0" y="0"/>
          <a:ext cx="0" cy="0"/>
          <a:chOff x="0" y="0"/>
          <a:chExt cx="0" cy="0"/>
        </a:xfrm>
      </p:grpSpPr>
      <p:sp>
        <p:nvSpPr>
          <p:cNvPr id="315" name="Google Shape;315;p33"/>
          <p:cNvSpPr txBox="1">
            <a:spLocks noGrp="1"/>
          </p:cNvSpPr>
          <p:nvPr>
            <p:ph type="body" idx="1"/>
          </p:nvPr>
        </p:nvSpPr>
        <p:spPr>
          <a:xfrm>
            <a:off x="478875" y="1903150"/>
            <a:ext cx="2622900" cy="1002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316" name="Google Shape;316;p33"/>
          <p:cNvSpPr txBox="1">
            <a:spLocks noGrp="1"/>
          </p:cNvSpPr>
          <p:nvPr>
            <p:ph type="body" idx="2"/>
          </p:nvPr>
        </p:nvSpPr>
        <p:spPr>
          <a:xfrm>
            <a:off x="6042300" y="1903150"/>
            <a:ext cx="2622900" cy="1002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317" name="Google Shape;317;p33"/>
          <p:cNvSpPr txBox="1">
            <a:spLocks noGrp="1"/>
          </p:cNvSpPr>
          <p:nvPr>
            <p:ph type="body" idx="3"/>
          </p:nvPr>
        </p:nvSpPr>
        <p:spPr>
          <a:xfrm>
            <a:off x="3260588" y="1903150"/>
            <a:ext cx="2622900" cy="1002000"/>
          </a:xfrm>
          <a:prstGeom prst="rect">
            <a:avLst/>
          </a:prstGeom>
        </p:spPr>
        <p:txBody>
          <a:bodyPr spcFirstLastPara="1" wrap="square" lIns="91425" tIns="91425" rIns="91425" bIns="91425" anchor="t" anchorCtr="0">
            <a:noAutofit/>
          </a:bodyPr>
          <a:lstStyle>
            <a:lvl1pPr marL="457200" lvl="0" indent="-355600">
              <a:spcBef>
                <a:spcPts val="0"/>
              </a:spcBef>
              <a:spcAft>
                <a:spcPts val="0"/>
              </a:spcAft>
              <a:buSzPts val="2000"/>
              <a:buFont typeface="DM Sans"/>
              <a:buChar char="●"/>
              <a:defRPr sz="2000"/>
            </a:lvl1pPr>
            <a:lvl2pPr marL="914400" lvl="1" indent="-355600">
              <a:spcBef>
                <a:spcPts val="0"/>
              </a:spcBef>
              <a:spcAft>
                <a:spcPts val="0"/>
              </a:spcAft>
              <a:buSzPts val="2000"/>
              <a:buFont typeface="DM Sans"/>
              <a:buChar char="○"/>
              <a:defRPr sz="2000"/>
            </a:lvl2pPr>
            <a:lvl3pPr marL="1371600" lvl="2" indent="-355600">
              <a:spcBef>
                <a:spcPts val="0"/>
              </a:spcBef>
              <a:spcAft>
                <a:spcPts val="0"/>
              </a:spcAft>
              <a:buSzPts val="2000"/>
              <a:buFont typeface="DM Sans"/>
              <a:buChar char="■"/>
              <a:defRPr sz="2000"/>
            </a:lvl3pPr>
            <a:lvl4pPr marL="1828800" lvl="3" indent="-355600">
              <a:spcBef>
                <a:spcPts val="0"/>
              </a:spcBef>
              <a:spcAft>
                <a:spcPts val="0"/>
              </a:spcAft>
              <a:buSzPts val="2000"/>
              <a:buFont typeface="DM Sans"/>
              <a:buChar char="●"/>
              <a:defRPr sz="2000"/>
            </a:lvl4pPr>
            <a:lvl5pPr marL="2286000" lvl="4" indent="-355600">
              <a:spcBef>
                <a:spcPts val="0"/>
              </a:spcBef>
              <a:spcAft>
                <a:spcPts val="0"/>
              </a:spcAft>
              <a:buSzPts val="2000"/>
              <a:buFont typeface="DM Sans"/>
              <a:buChar char="○"/>
              <a:defRPr sz="2000"/>
            </a:lvl5pPr>
            <a:lvl6pPr marL="2743200" lvl="5" indent="-355600">
              <a:spcBef>
                <a:spcPts val="0"/>
              </a:spcBef>
              <a:spcAft>
                <a:spcPts val="0"/>
              </a:spcAft>
              <a:buSzPts val="2000"/>
              <a:buFont typeface="DM Sans"/>
              <a:buChar char="■"/>
              <a:defRPr sz="2000"/>
            </a:lvl6pPr>
            <a:lvl7pPr marL="3200400" lvl="6" indent="-355600">
              <a:spcBef>
                <a:spcPts val="0"/>
              </a:spcBef>
              <a:spcAft>
                <a:spcPts val="0"/>
              </a:spcAft>
              <a:buSzPts val="2000"/>
              <a:buFont typeface="DM Sans"/>
              <a:buChar char="●"/>
              <a:defRPr sz="2000"/>
            </a:lvl7pPr>
            <a:lvl8pPr marL="3657600" lvl="7" indent="-355600">
              <a:spcBef>
                <a:spcPts val="0"/>
              </a:spcBef>
              <a:spcAft>
                <a:spcPts val="0"/>
              </a:spcAft>
              <a:buSzPts val="2000"/>
              <a:buFont typeface="DM Sans"/>
              <a:buChar char="○"/>
              <a:defRPr sz="2000"/>
            </a:lvl8pPr>
            <a:lvl9pPr marL="4114800" lvl="8" indent="-355600">
              <a:spcBef>
                <a:spcPts val="0"/>
              </a:spcBef>
              <a:spcAft>
                <a:spcPts val="0"/>
              </a:spcAft>
              <a:buSzPts val="2000"/>
              <a:buFont typeface="DM Sans"/>
              <a:buChar char="■"/>
              <a:defRPr sz="2000"/>
            </a:lvl9pPr>
          </a:lstStyle>
          <a:p>
            <a:endParaRPr/>
          </a:p>
        </p:txBody>
      </p:sp>
      <p:sp>
        <p:nvSpPr>
          <p:cNvPr id="318" name="Google Shape;318;p33"/>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19" name="Google Shape;319;p33"/>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20" name="Google Shape;320;p33"/>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321" name="Google Shape;321;p33"/>
          <p:cNvSpPr txBox="1">
            <a:spLocks noGrp="1"/>
          </p:cNvSpPr>
          <p:nvPr>
            <p:ph type="title"/>
          </p:nvPr>
        </p:nvSpPr>
        <p:spPr>
          <a:xfrm>
            <a:off x="365625" y="384301"/>
            <a:ext cx="8412600" cy="1002000"/>
          </a:xfrm>
          <a:prstGeom prst="rect">
            <a:avLst/>
          </a:prstGeom>
        </p:spPr>
        <p:txBody>
          <a:bodyPr spcFirstLastPara="1" wrap="square" lIns="91425" tIns="91425" rIns="91425" bIns="91425" anchor="t" anchorCtr="0">
            <a:noAutofit/>
          </a:bodyPr>
          <a:lstStyle>
            <a:lvl1pPr lvl="0">
              <a:spcBef>
                <a:spcPts val="0"/>
              </a:spcBef>
              <a:spcAft>
                <a:spcPts val="0"/>
              </a:spcAft>
              <a:buSzPts val="3500"/>
              <a:buFont typeface="Chakra Petch Medium"/>
              <a:buNone/>
              <a:defRPr sz="3500"/>
            </a:lvl1pPr>
            <a:lvl2pPr lvl="1">
              <a:spcBef>
                <a:spcPts val="0"/>
              </a:spcBef>
              <a:spcAft>
                <a:spcPts val="0"/>
              </a:spcAft>
              <a:buSzPts val="4500"/>
              <a:buFont typeface="Chakra Petch Medium"/>
              <a:buNone/>
              <a:defRPr sz="4500"/>
            </a:lvl2pPr>
            <a:lvl3pPr lvl="2">
              <a:spcBef>
                <a:spcPts val="0"/>
              </a:spcBef>
              <a:spcAft>
                <a:spcPts val="0"/>
              </a:spcAft>
              <a:buSzPts val="4500"/>
              <a:buFont typeface="Chakra Petch Medium"/>
              <a:buNone/>
              <a:defRPr sz="4500"/>
            </a:lvl3pPr>
            <a:lvl4pPr lvl="3">
              <a:spcBef>
                <a:spcPts val="0"/>
              </a:spcBef>
              <a:spcAft>
                <a:spcPts val="0"/>
              </a:spcAft>
              <a:buSzPts val="4500"/>
              <a:buFont typeface="Chakra Petch Medium"/>
              <a:buNone/>
              <a:defRPr sz="4500"/>
            </a:lvl4pPr>
            <a:lvl5pPr lvl="4">
              <a:spcBef>
                <a:spcPts val="0"/>
              </a:spcBef>
              <a:spcAft>
                <a:spcPts val="0"/>
              </a:spcAft>
              <a:buSzPts val="4500"/>
              <a:buFont typeface="Chakra Petch Medium"/>
              <a:buNone/>
              <a:defRPr sz="4500"/>
            </a:lvl5pPr>
            <a:lvl6pPr lvl="5">
              <a:spcBef>
                <a:spcPts val="0"/>
              </a:spcBef>
              <a:spcAft>
                <a:spcPts val="0"/>
              </a:spcAft>
              <a:buSzPts val="4500"/>
              <a:buFont typeface="Chakra Petch Medium"/>
              <a:buNone/>
              <a:defRPr sz="4500"/>
            </a:lvl6pPr>
            <a:lvl7pPr lvl="6">
              <a:spcBef>
                <a:spcPts val="0"/>
              </a:spcBef>
              <a:spcAft>
                <a:spcPts val="0"/>
              </a:spcAft>
              <a:buSzPts val="4500"/>
              <a:buFont typeface="Chakra Petch Medium"/>
              <a:buNone/>
              <a:defRPr sz="4500"/>
            </a:lvl7pPr>
            <a:lvl8pPr lvl="7">
              <a:spcBef>
                <a:spcPts val="0"/>
              </a:spcBef>
              <a:spcAft>
                <a:spcPts val="0"/>
              </a:spcAft>
              <a:buSzPts val="4500"/>
              <a:buFont typeface="Chakra Petch Medium"/>
              <a:buNone/>
              <a:defRPr sz="4500"/>
            </a:lvl8pPr>
            <a:lvl9pPr lvl="8">
              <a:spcBef>
                <a:spcPts val="0"/>
              </a:spcBef>
              <a:spcAft>
                <a:spcPts val="0"/>
              </a:spcAft>
              <a:buSzPts val="4500"/>
              <a:buFont typeface="Chakra Petch Medium"/>
              <a:buNone/>
              <a:defRPr sz="4500"/>
            </a:lvl9pPr>
          </a:lstStyle>
          <a:p>
            <a:endParaRPr/>
          </a:p>
        </p:txBody>
      </p:sp>
      <p:sp>
        <p:nvSpPr>
          <p:cNvPr id="322" name="Google Shape;322;p33"/>
          <p:cNvSpPr>
            <a:spLocks noGrp="1"/>
          </p:cNvSpPr>
          <p:nvPr>
            <p:ph type="pic" idx="4"/>
          </p:nvPr>
        </p:nvSpPr>
        <p:spPr>
          <a:xfrm rot="10800000">
            <a:off x="470275" y="3055550"/>
            <a:ext cx="2618700" cy="1611300"/>
          </a:xfrm>
          <a:prstGeom prst="rect">
            <a:avLst/>
          </a:prstGeom>
          <a:noFill/>
          <a:ln>
            <a:noFill/>
          </a:ln>
        </p:spPr>
      </p:sp>
      <p:sp>
        <p:nvSpPr>
          <p:cNvPr id="323" name="Google Shape;323;p33"/>
          <p:cNvSpPr txBox="1">
            <a:spLocks noGrp="1"/>
          </p:cNvSpPr>
          <p:nvPr>
            <p:ph type="subTitle" idx="5"/>
          </p:nvPr>
        </p:nvSpPr>
        <p:spPr>
          <a:xfrm>
            <a:off x="478875" y="12904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cxnSp>
        <p:nvCxnSpPr>
          <p:cNvPr id="324" name="Google Shape;324;p33"/>
          <p:cNvCxnSpPr/>
          <p:nvPr/>
        </p:nvCxnSpPr>
        <p:spPr>
          <a:xfrm>
            <a:off x="476850" y="1811050"/>
            <a:ext cx="2623200" cy="0"/>
          </a:xfrm>
          <a:prstGeom prst="straightConnector1">
            <a:avLst/>
          </a:prstGeom>
          <a:noFill/>
          <a:ln w="19050" cap="flat" cmpd="sng">
            <a:solidFill>
              <a:schemeClr val="lt1"/>
            </a:solidFill>
            <a:prstDash val="solid"/>
            <a:round/>
            <a:headEnd type="none" w="med" len="med"/>
            <a:tailEnd type="none" w="med" len="med"/>
          </a:ln>
        </p:spPr>
      </p:cxnSp>
      <p:sp>
        <p:nvSpPr>
          <p:cNvPr id="325" name="Google Shape;325;p33"/>
          <p:cNvSpPr txBox="1">
            <a:spLocks noGrp="1"/>
          </p:cNvSpPr>
          <p:nvPr>
            <p:ph type="subTitle" idx="6"/>
          </p:nvPr>
        </p:nvSpPr>
        <p:spPr>
          <a:xfrm>
            <a:off x="3260538" y="12904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sp>
        <p:nvSpPr>
          <p:cNvPr id="326" name="Google Shape;326;p33"/>
          <p:cNvSpPr txBox="1">
            <a:spLocks noGrp="1"/>
          </p:cNvSpPr>
          <p:nvPr>
            <p:ph type="subTitle" idx="7"/>
          </p:nvPr>
        </p:nvSpPr>
        <p:spPr>
          <a:xfrm>
            <a:off x="6042225" y="1290400"/>
            <a:ext cx="2622900" cy="519300"/>
          </a:xfrm>
          <a:prstGeom prst="rect">
            <a:avLst/>
          </a:prstGeom>
        </p:spPr>
        <p:txBody>
          <a:bodyPr spcFirstLastPara="1" wrap="square" lIns="91425" tIns="91425" rIns="91425" bIns="91425" anchor="t" anchorCtr="0">
            <a:noAutofit/>
          </a:bodyPr>
          <a:lstStyle>
            <a:lvl1pPr lvl="0">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1pPr>
            <a:lvl2pPr lvl="1">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2pPr>
            <a:lvl3pPr lvl="2">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3pPr>
            <a:lvl4pPr lvl="3">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4pPr>
            <a:lvl5pPr lvl="4">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5pPr>
            <a:lvl6pPr lvl="5">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6pPr>
            <a:lvl7pPr lvl="6">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7pPr>
            <a:lvl8pPr lvl="7">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8pPr>
            <a:lvl9pPr lvl="8">
              <a:spcBef>
                <a:spcPts val="0"/>
              </a:spcBef>
              <a:spcAft>
                <a:spcPts val="0"/>
              </a:spcAft>
              <a:buSzPts val="1500"/>
              <a:buFont typeface="Chakra Petch SemiBold"/>
              <a:buNone/>
              <a:defRPr sz="1500">
                <a:latin typeface="Chakra Petch SemiBold"/>
                <a:ea typeface="Chakra Petch SemiBold"/>
                <a:cs typeface="Chakra Petch SemiBold"/>
                <a:sym typeface="Chakra Petch SemiBold"/>
              </a:defRPr>
            </a:lvl9pPr>
          </a:lstStyle>
          <a:p>
            <a:endParaRPr/>
          </a:p>
        </p:txBody>
      </p:sp>
      <p:cxnSp>
        <p:nvCxnSpPr>
          <p:cNvPr id="327" name="Google Shape;327;p33"/>
          <p:cNvCxnSpPr/>
          <p:nvPr/>
        </p:nvCxnSpPr>
        <p:spPr>
          <a:xfrm>
            <a:off x="3260538" y="1811050"/>
            <a:ext cx="2623200" cy="0"/>
          </a:xfrm>
          <a:prstGeom prst="straightConnector1">
            <a:avLst/>
          </a:prstGeom>
          <a:noFill/>
          <a:ln w="19050" cap="flat" cmpd="sng">
            <a:solidFill>
              <a:schemeClr val="lt1"/>
            </a:solidFill>
            <a:prstDash val="solid"/>
            <a:round/>
            <a:headEnd type="none" w="med" len="med"/>
            <a:tailEnd type="none" w="med" len="med"/>
          </a:ln>
        </p:spPr>
      </p:cxnSp>
      <p:cxnSp>
        <p:nvCxnSpPr>
          <p:cNvPr id="328" name="Google Shape;328;p33"/>
          <p:cNvCxnSpPr/>
          <p:nvPr/>
        </p:nvCxnSpPr>
        <p:spPr>
          <a:xfrm>
            <a:off x="6042225" y="1811050"/>
            <a:ext cx="2623200" cy="0"/>
          </a:xfrm>
          <a:prstGeom prst="straightConnector1">
            <a:avLst/>
          </a:prstGeom>
          <a:noFill/>
          <a:ln w="19050" cap="flat" cmpd="sng">
            <a:solidFill>
              <a:schemeClr val="lt1"/>
            </a:solidFill>
            <a:prstDash val="solid"/>
            <a:round/>
            <a:headEnd type="none" w="med" len="med"/>
            <a:tailEnd type="none" w="med" len="med"/>
          </a:ln>
        </p:spPr>
      </p:cxnSp>
      <p:sp>
        <p:nvSpPr>
          <p:cNvPr id="329" name="Google Shape;329;p33"/>
          <p:cNvSpPr>
            <a:spLocks noGrp="1"/>
          </p:cNvSpPr>
          <p:nvPr>
            <p:ph type="pic" idx="8"/>
          </p:nvPr>
        </p:nvSpPr>
        <p:spPr>
          <a:xfrm rot="10800000">
            <a:off x="3262575" y="3055550"/>
            <a:ext cx="2618700" cy="1611300"/>
          </a:xfrm>
          <a:prstGeom prst="rect">
            <a:avLst/>
          </a:prstGeom>
          <a:noFill/>
          <a:ln>
            <a:noFill/>
          </a:ln>
        </p:spPr>
      </p:sp>
      <p:sp>
        <p:nvSpPr>
          <p:cNvPr id="330" name="Google Shape;330;p33"/>
          <p:cNvSpPr>
            <a:spLocks noGrp="1"/>
          </p:cNvSpPr>
          <p:nvPr>
            <p:ph type="pic" idx="9"/>
          </p:nvPr>
        </p:nvSpPr>
        <p:spPr>
          <a:xfrm rot="10800000">
            <a:off x="6054875" y="3055550"/>
            <a:ext cx="2618700" cy="1611300"/>
          </a:xfrm>
          <a:prstGeom prst="rect">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Image only">
  <p:cSld name="TITLE_AND_TWO_COLUMNS_1_2_1_1">
    <p:bg>
      <p:bgPr>
        <a:solidFill>
          <a:schemeClr val="lt1"/>
        </a:solidFill>
        <a:effectLst/>
      </p:bgPr>
    </p:bg>
    <p:spTree>
      <p:nvGrpSpPr>
        <p:cNvPr id="1" name="Shape 331"/>
        <p:cNvGrpSpPr/>
        <p:nvPr/>
      </p:nvGrpSpPr>
      <p:grpSpPr>
        <a:xfrm>
          <a:off x="0" y="0"/>
          <a:ext cx="0" cy="0"/>
          <a:chOff x="0" y="0"/>
          <a:chExt cx="0" cy="0"/>
        </a:xfrm>
      </p:grpSpPr>
      <p:sp>
        <p:nvSpPr>
          <p:cNvPr id="332" name="Google Shape;332;p34"/>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333" name="Google Shape;333;p34"/>
          <p:cNvSpPr>
            <a:spLocks noGrp="1"/>
          </p:cNvSpPr>
          <p:nvPr>
            <p:ph type="pic" idx="2"/>
          </p:nvPr>
        </p:nvSpPr>
        <p:spPr>
          <a:xfrm rot="10800000">
            <a:off x="2100" y="300"/>
            <a:ext cx="9139800" cy="5142900"/>
          </a:xfrm>
          <a:prstGeom prst="rect">
            <a:avLst/>
          </a:prstGeom>
          <a:noFill/>
          <a:ln>
            <a:noFill/>
          </a:ln>
        </p:spPr>
      </p:sp>
      <p:sp>
        <p:nvSpPr>
          <p:cNvPr id="334" name="Google Shape;334;p34"/>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35" name="Google Shape;335;p34"/>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6" name="Google Shape;336;p34"/>
          <p:cNvSpPr/>
          <p:nvPr/>
        </p:nvSpPr>
        <p:spPr>
          <a:xfrm>
            <a:off x="365550" y="363450"/>
            <a:ext cx="8412900" cy="4416600"/>
          </a:xfrm>
          <a:prstGeom prst="snip2DiagRect">
            <a:avLst>
              <a:gd name="adj1" fmla="val 0"/>
              <a:gd name="adj2" fmla="val 20836"/>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Image grid">
  <p:cSld name="TITLE_AND_TWO_COLUMNS_1_2_1_2">
    <p:bg>
      <p:bgPr>
        <a:solidFill>
          <a:schemeClr val="lt1"/>
        </a:solidFill>
        <a:effectLst/>
      </p:bgPr>
    </p:bg>
    <p:spTree>
      <p:nvGrpSpPr>
        <p:cNvPr id="1" name="Shape 337"/>
        <p:cNvGrpSpPr/>
        <p:nvPr/>
      </p:nvGrpSpPr>
      <p:grpSpPr>
        <a:xfrm>
          <a:off x="0" y="0"/>
          <a:ext cx="0" cy="0"/>
          <a:chOff x="0" y="0"/>
          <a:chExt cx="0" cy="0"/>
        </a:xfrm>
      </p:grpSpPr>
      <p:sp>
        <p:nvSpPr>
          <p:cNvPr id="338" name="Google Shape;338;p35"/>
          <p:cNvSpPr/>
          <p:nvPr/>
        </p:nvSpPr>
        <p:spPr>
          <a:xfrm>
            <a:off x="365500" y="363600"/>
            <a:ext cx="8412900" cy="4416600"/>
          </a:xfrm>
          <a:prstGeom prst="snip1Rect">
            <a:avLst>
              <a:gd name="adj" fmla="val 20751"/>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
        <p:nvSpPr>
          <p:cNvPr id="339" name="Google Shape;339;p35"/>
          <p:cNvSpPr/>
          <p:nvPr/>
        </p:nvSpPr>
        <p:spPr>
          <a:xfrm rot="10800000">
            <a:off x="8018550" y="363450"/>
            <a:ext cx="759900" cy="773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340" name="Google Shape;340;p35"/>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41" name="Google Shape;341;p35"/>
          <p:cNvSpPr txBox="1">
            <a:spLocks noGrp="1"/>
          </p:cNvSpPr>
          <p:nvPr>
            <p:ph type="title"/>
          </p:nvPr>
        </p:nvSpPr>
        <p:spPr>
          <a:xfrm>
            <a:off x="365625" y="384301"/>
            <a:ext cx="8412600" cy="1002000"/>
          </a:xfrm>
          <a:prstGeom prst="rect">
            <a:avLst/>
          </a:prstGeom>
        </p:spPr>
        <p:txBody>
          <a:bodyPr spcFirstLastPara="1" wrap="square" lIns="91425" tIns="91425" rIns="91425" bIns="91425" anchor="t" anchorCtr="0">
            <a:noAutofit/>
          </a:bodyPr>
          <a:lstStyle>
            <a:lvl1pPr lvl="0">
              <a:spcBef>
                <a:spcPts val="0"/>
              </a:spcBef>
              <a:spcAft>
                <a:spcPts val="0"/>
              </a:spcAft>
              <a:buClr>
                <a:schemeClr val="dk1"/>
              </a:buClr>
              <a:buSzPts val="3500"/>
              <a:buFont typeface="Chakra Petch Medium"/>
              <a:buNone/>
              <a:defRPr sz="3500">
                <a:solidFill>
                  <a:schemeClr val="dk1"/>
                </a:solidFill>
              </a:defRPr>
            </a:lvl1pPr>
            <a:lvl2pPr lvl="1">
              <a:spcBef>
                <a:spcPts val="0"/>
              </a:spcBef>
              <a:spcAft>
                <a:spcPts val="0"/>
              </a:spcAft>
              <a:buClr>
                <a:schemeClr val="dk1"/>
              </a:buClr>
              <a:buSzPts val="4500"/>
              <a:buFont typeface="Chakra Petch Medium"/>
              <a:buNone/>
              <a:defRPr sz="4500">
                <a:solidFill>
                  <a:schemeClr val="dk1"/>
                </a:solidFill>
              </a:defRPr>
            </a:lvl2pPr>
            <a:lvl3pPr lvl="2">
              <a:spcBef>
                <a:spcPts val="0"/>
              </a:spcBef>
              <a:spcAft>
                <a:spcPts val="0"/>
              </a:spcAft>
              <a:buClr>
                <a:schemeClr val="dk1"/>
              </a:buClr>
              <a:buSzPts val="4500"/>
              <a:buFont typeface="Chakra Petch Medium"/>
              <a:buNone/>
              <a:defRPr sz="4500">
                <a:solidFill>
                  <a:schemeClr val="dk1"/>
                </a:solidFill>
              </a:defRPr>
            </a:lvl3pPr>
            <a:lvl4pPr lvl="3">
              <a:spcBef>
                <a:spcPts val="0"/>
              </a:spcBef>
              <a:spcAft>
                <a:spcPts val="0"/>
              </a:spcAft>
              <a:buClr>
                <a:schemeClr val="dk1"/>
              </a:buClr>
              <a:buSzPts val="4500"/>
              <a:buFont typeface="Chakra Petch Medium"/>
              <a:buNone/>
              <a:defRPr sz="4500">
                <a:solidFill>
                  <a:schemeClr val="dk1"/>
                </a:solidFill>
              </a:defRPr>
            </a:lvl4pPr>
            <a:lvl5pPr lvl="4">
              <a:spcBef>
                <a:spcPts val="0"/>
              </a:spcBef>
              <a:spcAft>
                <a:spcPts val="0"/>
              </a:spcAft>
              <a:buClr>
                <a:schemeClr val="dk1"/>
              </a:buClr>
              <a:buSzPts val="4500"/>
              <a:buFont typeface="Chakra Petch Medium"/>
              <a:buNone/>
              <a:defRPr sz="4500">
                <a:solidFill>
                  <a:schemeClr val="dk1"/>
                </a:solidFill>
              </a:defRPr>
            </a:lvl5pPr>
            <a:lvl6pPr lvl="5">
              <a:spcBef>
                <a:spcPts val="0"/>
              </a:spcBef>
              <a:spcAft>
                <a:spcPts val="0"/>
              </a:spcAft>
              <a:buClr>
                <a:schemeClr val="dk1"/>
              </a:buClr>
              <a:buSzPts val="4500"/>
              <a:buFont typeface="Chakra Petch Medium"/>
              <a:buNone/>
              <a:defRPr sz="4500">
                <a:solidFill>
                  <a:schemeClr val="dk1"/>
                </a:solidFill>
              </a:defRPr>
            </a:lvl6pPr>
            <a:lvl7pPr lvl="6">
              <a:spcBef>
                <a:spcPts val="0"/>
              </a:spcBef>
              <a:spcAft>
                <a:spcPts val="0"/>
              </a:spcAft>
              <a:buClr>
                <a:schemeClr val="dk1"/>
              </a:buClr>
              <a:buSzPts val="4500"/>
              <a:buFont typeface="Chakra Petch Medium"/>
              <a:buNone/>
              <a:defRPr sz="4500">
                <a:solidFill>
                  <a:schemeClr val="dk1"/>
                </a:solidFill>
              </a:defRPr>
            </a:lvl7pPr>
            <a:lvl8pPr lvl="7">
              <a:spcBef>
                <a:spcPts val="0"/>
              </a:spcBef>
              <a:spcAft>
                <a:spcPts val="0"/>
              </a:spcAft>
              <a:buClr>
                <a:schemeClr val="dk1"/>
              </a:buClr>
              <a:buSzPts val="4500"/>
              <a:buFont typeface="Chakra Petch Medium"/>
              <a:buNone/>
              <a:defRPr sz="4500">
                <a:solidFill>
                  <a:schemeClr val="dk1"/>
                </a:solidFill>
              </a:defRPr>
            </a:lvl8pPr>
            <a:lvl9pPr lvl="8">
              <a:spcBef>
                <a:spcPts val="0"/>
              </a:spcBef>
              <a:spcAft>
                <a:spcPts val="0"/>
              </a:spcAft>
              <a:buClr>
                <a:schemeClr val="dk1"/>
              </a:buClr>
              <a:buSzPts val="4500"/>
              <a:buFont typeface="Chakra Petch Medium"/>
              <a:buNone/>
              <a:defRPr sz="4500">
                <a:solidFill>
                  <a:schemeClr val="dk1"/>
                </a:solidFill>
              </a:defRPr>
            </a:lvl9pPr>
          </a:lstStyle>
          <a:p>
            <a:endParaRPr/>
          </a:p>
        </p:txBody>
      </p:sp>
      <p:sp>
        <p:nvSpPr>
          <p:cNvPr id="342" name="Google Shape;342;p35"/>
          <p:cNvSpPr>
            <a:spLocks noGrp="1"/>
          </p:cNvSpPr>
          <p:nvPr>
            <p:ph type="pic" idx="2"/>
          </p:nvPr>
        </p:nvSpPr>
        <p:spPr>
          <a:xfrm rot="10800000">
            <a:off x="470275" y="3608750"/>
            <a:ext cx="2618700" cy="1058100"/>
          </a:xfrm>
          <a:prstGeom prst="rect">
            <a:avLst/>
          </a:prstGeom>
          <a:noFill/>
          <a:ln>
            <a:noFill/>
          </a:ln>
        </p:spPr>
      </p:sp>
      <p:sp>
        <p:nvSpPr>
          <p:cNvPr id="343" name="Google Shape;343;p35"/>
          <p:cNvSpPr>
            <a:spLocks noGrp="1"/>
          </p:cNvSpPr>
          <p:nvPr>
            <p:ph type="pic" idx="3"/>
          </p:nvPr>
        </p:nvSpPr>
        <p:spPr>
          <a:xfrm rot="10800000">
            <a:off x="3262575" y="3608750"/>
            <a:ext cx="2618700" cy="1058100"/>
          </a:xfrm>
          <a:prstGeom prst="rect">
            <a:avLst/>
          </a:prstGeom>
          <a:noFill/>
          <a:ln>
            <a:noFill/>
          </a:ln>
        </p:spPr>
      </p:sp>
      <p:sp>
        <p:nvSpPr>
          <p:cNvPr id="344" name="Google Shape;344;p35"/>
          <p:cNvSpPr>
            <a:spLocks noGrp="1"/>
          </p:cNvSpPr>
          <p:nvPr>
            <p:ph type="pic" idx="4"/>
          </p:nvPr>
        </p:nvSpPr>
        <p:spPr>
          <a:xfrm rot="10800000">
            <a:off x="6054875" y="3608750"/>
            <a:ext cx="2618700" cy="1058100"/>
          </a:xfrm>
          <a:prstGeom prst="rect">
            <a:avLst/>
          </a:prstGeom>
          <a:noFill/>
          <a:ln>
            <a:noFill/>
          </a:ln>
        </p:spPr>
      </p:sp>
      <p:sp>
        <p:nvSpPr>
          <p:cNvPr id="345" name="Google Shape;345;p35"/>
          <p:cNvSpPr>
            <a:spLocks noGrp="1"/>
          </p:cNvSpPr>
          <p:nvPr>
            <p:ph type="pic" idx="5"/>
          </p:nvPr>
        </p:nvSpPr>
        <p:spPr>
          <a:xfrm rot="10800000">
            <a:off x="470275" y="2449575"/>
            <a:ext cx="2618700" cy="1058100"/>
          </a:xfrm>
          <a:prstGeom prst="rect">
            <a:avLst/>
          </a:prstGeom>
          <a:noFill/>
          <a:ln>
            <a:noFill/>
          </a:ln>
        </p:spPr>
      </p:sp>
      <p:sp>
        <p:nvSpPr>
          <p:cNvPr id="346" name="Google Shape;346;p35"/>
          <p:cNvSpPr>
            <a:spLocks noGrp="1"/>
          </p:cNvSpPr>
          <p:nvPr>
            <p:ph type="pic" idx="6"/>
          </p:nvPr>
        </p:nvSpPr>
        <p:spPr>
          <a:xfrm rot="10800000">
            <a:off x="3262575" y="2449575"/>
            <a:ext cx="2618700" cy="1058100"/>
          </a:xfrm>
          <a:prstGeom prst="rect">
            <a:avLst/>
          </a:prstGeom>
          <a:noFill/>
          <a:ln>
            <a:noFill/>
          </a:ln>
        </p:spPr>
      </p:sp>
      <p:sp>
        <p:nvSpPr>
          <p:cNvPr id="347" name="Google Shape;347;p35"/>
          <p:cNvSpPr>
            <a:spLocks noGrp="1"/>
          </p:cNvSpPr>
          <p:nvPr>
            <p:ph type="pic" idx="7"/>
          </p:nvPr>
        </p:nvSpPr>
        <p:spPr>
          <a:xfrm rot="10800000">
            <a:off x="6054875" y="2449575"/>
            <a:ext cx="2618700" cy="1058100"/>
          </a:xfrm>
          <a:prstGeom prst="rect">
            <a:avLst/>
          </a:prstGeom>
          <a:noFill/>
          <a:ln>
            <a:noFill/>
          </a:ln>
        </p:spPr>
      </p:sp>
      <p:sp>
        <p:nvSpPr>
          <p:cNvPr id="348" name="Google Shape;348;p35"/>
          <p:cNvSpPr>
            <a:spLocks noGrp="1"/>
          </p:cNvSpPr>
          <p:nvPr>
            <p:ph type="pic" idx="8"/>
          </p:nvPr>
        </p:nvSpPr>
        <p:spPr>
          <a:xfrm rot="10800000">
            <a:off x="470275" y="1290401"/>
            <a:ext cx="2618700" cy="1058100"/>
          </a:xfrm>
          <a:prstGeom prst="rect">
            <a:avLst/>
          </a:prstGeom>
          <a:noFill/>
          <a:ln>
            <a:noFill/>
          </a:ln>
        </p:spPr>
      </p:sp>
      <p:sp>
        <p:nvSpPr>
          <p:cNvPr id="349" name="Google Shape;349;p35"/>
          <p:cNvSpPr>
            <a:spLocks noGrp="1"/>
          </p:cNvSpPr>
          <p:nvPr>
            <p:ph type="pic" idx="9"/>
          </p:nvPr>
        </p:nvSpPr>
        <p:spPr>
          <a:xfrm rot="10800000">
            <a:off x="3262575" y="1290401"/>
            <a:ext cx="2618700" cy="1058100"/>
          </a:xfrm>
          <a:prstGeom prst="rect">
            <a:avLst/>
          </a:prstGeom>
          <a:noFill/>
          <a:ln>
            <a:noFill/>
          </a:ln>
        </p:spPr>
      </p:sp>
      <p:sp>
        <p:nvSpPr>
          <p:cNvPr id="350" name="Google Shape;350;p35"/>
          <p:cNvSpPr>
            <a:spLocks noGrp="1"/>
          </p:cNvSpPr>
          <p:nvPr>
            <p:ph type="pic" idx="13"/>
          </p:nvPr>
        </p:nvSpPr>
        <p:spPr>
          <a:xfrm rot="10800000">
            <a:off x="6054875" y="1290401"/>
            <a:ext cx="2618700" cy="1058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65625" y="947373"/>
            <a:ext cx="8412600" cy="731400"/>
          </a:xfrm>
          <a:prstGeom prst="rect">
            <a:avLst/>
          </a:prstGeom>
          <a:noFill/>
          <a:ln>
            <a:noFill/>
          </a:ln>
        </p:spPr>
        <p:txBody>
          <a:bodyPr spcFirstLastPara="1" wrap="square" lIns="91425" tIns="91425" rIns="91425" bIns="91425" anchor="t" anchorCtr="0">
            <a:noAutofit/>
          </a:bodyPr>
          <a:lstStyle>
            <a:lvl1pPr lvl="0">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1pPr>
            <a:lvl2pPr lvl="1">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2pPr>
            <a:lvl3pPr lvl="2">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3pPr>
            <a:lvl4pPr lvl="3">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4pPr>
            <a:lvl5pPr lvl="4">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5pPr>
            <a:lvl6pPr lvl="5">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6pPr>
            <a:lvl7pPr lvl="6">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7pPr>
            <a:lvl8pPr lvl="7">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8pPr>
            <a:lvl9pPr lvl="8">
              <a:lnSpc>
                <a:spcPct val="80000"/>
              </a:lnSpc>
              <a:spcBef>
                <a:spcPts val="0"/>
              </a:spcBef>
              <a:spcAft>
                <a:spcPts val="0"/>
              </a:spcAft>
              <a:buClr>
                <a:schemeClr val="lt1"/>
              </a:buClr>
              <a:buSzPts val="5000"/>
              <a:buFont typeface="Chakra Petch Medium"/>
              <a:buNone/>
              <a:defRPr sz="5000">
                <a:solidFill>
                  <a:schemeClr val="lt1"/>
                </a:solidFill>
                <a:latin typeface="Chakra Petch Medium"/>
                <a:ea typeface="Chakra Petch Medium"/>
                <a:cs typeface="Chakra Petch Medium"/>
                <a:sym typeface="Chakra Petch Medium"/>
              </a:defRPr>
            </a:lvl9pPr>
          </a:lstStyle>
          <a:p>
            <a:endParaRPr/>
          </a:p>
        </p:txBody>
      </p:sp>
      <p:sp>
        <p:nvSpPr>
          <p:cNvPr id="7" name="Google Shape;7;p1"/>
          <p:cNvSpPr txBox="1">
            <a:spLocks noGrp="1"/>
          </p:cNvSpPr>
          <p:nvPr>
            <p:ph type="body" idx="1"/>
          </p:nvPr>
        </p:nvSpPr>
        <p:spPr>
          <a:xfrm>
            <a:off x="478863" y="2519283"/>
            <a:ext cx="8520600" cy="3416400"/>
          </a:xfrm>
          <a:prstGeom prst="rect">
            <a:avLst/>
          </a:prstGeom>
          <a:noFill/>
          <a:ln>
            <a:noFill/>
          </a:ln>
        </p:spPr>
        <p:txBody>
          <a:bodyPr spcFirstLastPara="1" wrap="square" lIns="91425" tIns="91425" rIns="91425" bIns="91425" anchor="t" anchorCtr="0">
            <a:noAutofit/>
          </a:bodyPr>
          <a:lstStyle>
            <a:lvl1pPr marL="457200" lvl="0"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1pPr>
            <a:lvl2pPr marL="914400" lvl="1"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2pPr>
            <a:lvl3pPr marL="1371600" lvl="2"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3pPr>
            <a:lvl4pPr marL="1828800" lvl="3"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4pPr>
            <a:lvl5pPr marL="2286000" lvl="4"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5pPr>
            <a:lvl6pPr marL="2743200" lvl="5"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6pPr>
            <a:lvl7pPr marL="3200400" lvl="6"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7pPr>
            <a:lvl8pPr marL="3657600" lvl="7"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8pPr>
            <a:lvl9pPr marL="4114800" lvl="8" indent="-387350">
              <a:lnSpc>
                <a:spcPct val="80000"/>
              </a:lnSpc>
              <a:spcBef>
                <a:spcPts val="0"/>
              </a:spcBef>
              <a:spcAft>
                <a:spcPts val="0"/>
              </a:spcAft>
              <a:buClr>
                <a:schemeClr val="lt1"/>
              </a:buClr>
              <a:buSzPts val="2500"/>
              <a:buFont typeface="DM Sans"/>
              <a:buChar char="■"/>
              <a:defRPr sz="2500">
                <a:solidFill>
                  <a:schemeClr val="lt1"/>
                </a:solidFill>
                <a:latin typeface="DM Sans"/>
                <a:ea typeface="DM Sans"/>
                <a:cs typeface="DM Sans"/>
                <a:sym typeface="DM Sans"/>
              </a:defRPr>
            </a:lvl9pPr>
          </a:lstStyle>
          <a:p>
            <a:endParaRPr/>
          </a:p>
        </p:txBody>
      </p:sp>
      <p:sp>
        <p:nvSpPr>
          <p:cNvPr id="8" name="Google Shape;8;p1"/>
          <p:cNvSpPr txBox="1">
            <a:spLocks noGrp="1"/>
          </p:cNvSpPr>
          <p:nvPr>
            <p:ph type="sldNum" idx="12"/>
          </p:nvPr>
        </p:nvSpPr>
        <p:spPr>
          <a:xfrm>
            <a:off x="8016442" y="363450"/>
            <a:ext cx="685800" cy="3291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1"/>
                </a:solidFill>
                <a:latin typeface="Chakra Petch SemiBold"/>
                <a:ea typeface="Chakra Petch SemiBold"/>
                <a:cs typeface="Chakra Petch SemiBold"/>
                <a:sym typeface="Chakra Petch SemiBold"/>
              </a:defRPr>
            </a:lvl1pPr>
            <a:lvl2pPr lvl="1" algn="r">
              <a:buNone/>
              <a:defRPr sz="1000">
                <a:solidFill>
                  <a:schemeClr val="lt1"/>
                </a:solidFill>
                <a:latin typeface="Chakra Petch SemiBold"/>
                <a:ea typeface="Chakra Petch SemiBold"/>
                <a:cs typeface="Chakra Petch SemiBold"/>
                <a:sym typeface="Chakra Petch SemiBold"/>
              </a:defRPr>
            </a:lvl2pPr>
            <a:lvl3pPr lvl="2" algn="r">
              <a:buNone/>
              <a:defRPr sz="1000">
                <a:solidFill>
                  <a:schemeClr val="lt1"/>
                </a:solidFill>
                <a:latin typeface="Chakra Petch SemiBold"/>
                <a:ea typeface="Chakra Petch SemiBold"/>
                <a:cs typeface="Chakra Petch SemiBold"/>
                <a:sym typeface="Chakra Petch SemiBold"/>
              </a:defRPr>
            </a:lvl3pPr>
            <a:lvl4pPr lvl="3" algn="r">
              <a:buNone/>
              <a:defRPr sz="1000">
                <a:solidFill>
                  <a:schemeClr val="lt1"/>
                </a:solidFill>
                <a:latin typeface="Chakra Petch SemiBold"/>
                <a:ea typeface="Chakra Petch SemiBold"/>
                <a:cs typeface="Chakra Petch SemiBold"/>
                <a:sym typeface="Chakra Petch SemiBold"/>
              </a:defRPr>
            </a:lvl4pPr>
            <a:lvl5pPr lvl="4" algn="r">
              <a:buNone/>
              <a:defRPr sz="1000">
                <a:solidFill>
                  <a:schemeClr val="lt1"/>
                </a:solidFill>
                <a:latin typeface="Chakra Petch SemiBold"/>
                <a:ea typeface="Chakra Petch SemiBold"/>
                <a:cs typeface="Chakra Petch SemiBold"/>
                <a:sym typeface="Chakra Petch SemiBold"/>
              </a:defRPr>
            </a:lvl5pPr>
            <a:lvl6pPr lvl="5" algn="r">
              <a:buNone/>
              <a:defRPr sz="1000">
                <a:solidFill>
                  <a:schemeClr val="lt1"/>
                </a:solidFill>
                <a:latin typeface="Chakra Petch SemiBold"/>
                <a:ea typeface="Chakra Petch SemiBold"/>
                <a:cs typeface="Chakra Petch SemiBold"/>
                <a:sym typeface="Chakra Petch SemiBold"/>
              </a:defRPr>
            </a:lvl6pPr>
            <a:lvl7pPr lvl="6" algn="r">
              <a:buNone/>
              <a:defRPr sz="1000">
                <a:solidFill>
                  <a:schemeClr val="lt1"/>
                </a:solidFill>
                <a:latin typeface="Chakra Petch SemiBold"/>
                <a:ea typeface="Chakra Petch SemiBold"/>
                <a:cs typeface="Chakra Petch SemiBold"/>
                <a:sym typeface="Chakra Petch SemiBold"/>
              </a:defRPr>
            </a:lvl7pPr>
            <a:lvl8pPr lvl="7" algn="r">
              <a:buNone/>
              <a:defRPr sz="1000">
                <a:solidFill>
                  <a:schemeClr val="lt1"/>
                </a:solidFill>
                <a:latin typeface="Chakra Petch SemiBold"/>
                <a:ea typeface="Chakra Petch SemiBold"/>
                <a:cs typeface="Chakra Petch SemiBold"/>
                <a:sym typeface="Chakra Petch SemiBold"/>
              </a:defRPr>
            </a:lvl8pPr>
            <a:lvl9pPr lvl="8" algn="r">
              <a:buNone/>
              <a:defRPr sz="1000">
                <a:solidFill>
                  <a:schemeClr val="lt1"/>
                </a:solidFill>
                <a:latin typeface="Chakra Petch SemiBold"/>
                <a:ea typeface="Chakra Petch SemiBold"/>
                <a:cs typeface="Chakra Petch SemiBold"/>
                <a:sym typeface="Chakra Petch SemiBold"/>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comments" Target="../comments/comment3.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5.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5.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5.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10.xml"/><Relationship Id="rId4" Type="http://schemas.openxmlformats.org/officeDocument/2006/relationships/comments" Target="../comments/commen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36"/>
          <p:cNvSpPr txBox="1">
            <a:spLocks noGrp="1"/>
          </p:cNvSpPr>
          <p:nvPr>
            <p:ph type="title"/>
          </p:nvPr>
        </p:nvSpPr>
        <p:spPr>
          <a:xfrm>
            <a:off x="1129350" y="1394721"/>
            <a:ext cx="6885300" cy="1405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AHI 507: Sports Data Analysis</a:t>
            </a:r>
            <a:endParaRPr/>
          </a:p>
        </p:txBody>
      </p:sp>
      <p:sp>
        <p:nvSpPr>
          <p:cNvPr id="356" name="Google Shape;356;p36"/>
          <p:cNvSpPr txBox="1">
            <a:spLocks noGrp="1"/>
          </p:cNvSpPr>
          <p:nvPr>
            <p:ph type="body" idx="1"/>
          </p:nvPr>
        </p:nvSpPr>
        <p:spPr>
          <a:xfrm>
            <a:off x="1127850" y="3291750"/>
            <a:ext cx="5151000" cy="813900"/>
          </a:xfrm>
          <a:prstGeom prst="rect">
            <a:avLst/>
          </a:prstGeom>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a:t>Nina Barcelon, Blanca Chimborazo-Reyes, Luke Duggan, Equislaure Gabriel, Katiana Jean &amp; Yatza Lo</a:t>
            </a:r>
            <a:endParaRPr/>
          </a:p>
        </p:txBody>
      </p:sp>
      <p:sp>
        <p:nvSpPr>
          <p:cNvPr id="357" name="Google Shape;357;p3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363" name="Google Shape;363;p37"/>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Presentation Overview</a:t>
            </a:r>
            <a:endParaRPr/>
          </a:p>
        </p:txBody>
      </p:sp>
      <p:sp>
        <p:nvSpPr>
          <p:cNvPr id="364" name="Google Shape;364;p37"/>
          <p:cNvSpPr txBox="1">
            <a:spLocks noGrp="1"/>
          </p:cNvSpPr>
          <p:nvPr>
            <p:ph type="subTitle" idx="2"/>
          </p:nvPr>
        </p:nvSpPr>
        <p:spPr>
          <a:xfrm>
            <a:off x="28372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AHI 507</a:t>
            </a:r>
            <a:endParaRPr/>
          </a:p>
        </p:txBody>
      </p:sp>
      <p:sp>
        <p:nvSpPr>
          <p:cNvPr id="365" name="Google Shape;365;p37"/>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Breakdown</a:t>
            </a:r>
            <a:endParaRPr/>
          </a:p>
        </p:txBody>
      </p:sp>
      <p:sp>
        <p:nvSpPr>
          <p:cNvPr id="366" name="Google Shape;366;p37"/>
          <p:cNvSpPr txBox="1">
            <a:spLocks noGrp="1"/>
          </p:cNvSpPr>
          <p:nvPr>
            <p:ph type="body" idx="3"/>
          </p:nvPr>
        </p:nvSpPr>
        <p:spPr>
          <a:xfrm>
            <a:off x="1022850" y="1693125"/>
            <a:ext cx="7644300" cy="6141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Introduction</a:t>
            </a:r>
            <a:endParaRPr/>
          </a:p>
        </p:txBody>
      </p:sp>
      <p:sp>
        <p:nvSpPr>
          <p:cNvPr id="367" name="Google Shape;367;p37"/>
          <p:cNvSpPr txBox="1">
            <a:spLocks noGrp="1"/>
          </p:cNvSpPr>
          <p:nvPr>
            <p:ph type="body" idx="4"/>
          </p:nvPr>
        </p:nvSpPr>
        <p:spPr>
          <a:xfrm>
            <a:off x="1022850" y="2307163"/>
            <a:ext cx="7644300" cy="6141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Methods</a:t>
            </a:r>
            <a:endParaRPr/>
          </a:p>
        </p:txBody>
      </p:sp>
      <p:sp>
        <p:nvSpPr>
          <p:cNvPr id="368" name="Google Shape;368;p37"/>
          <p:cNvSpPr txBox="1">
            <a:spLocks noGrp="1"/>
          </p:cNvSpPr>
          <p:nvPr>
            <p:ph type="body" idx="5"/>
          </p:nvPr>
        </p:nvSpPr>
        <p:spPr>
          <a:xfrm>
            <a:off x="1022850" y="2921225"/>
            <a:ext cx="7644300" cy="6141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Key Findings</a:t>
            </a:r>
            <a:endParaRPr/>
          </a:p>
        </p:txBody>
      </p:sp>
      <p:sp>
        <p:nvSpPr>
          <p:cNvPr id="369" name="Google Shape;369;p37"/>
          <p:cNvSpPr txBox="1">
            <a:spLocks noGrp="1"/>
          </p:cNvSpPr>
          <p:nvPr>
            <p:ph type="body" idx="6"/>
          </p:nvPr>
        </p:nvSpPr>
        <p:spPr>
          <a:xfrm>
            <a:off x="1022850" y="3535325"/>
            <a:ext cx="7644300" cy="6141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Practical Applications</a:t>
            </a:r>
            <a:endParaRPr/>
          </a:p>
        </p:txBody>
      </p:sp>
      <p:sp>
        <p:nvSpPr>
          <p:cNvPr id="370" name="Google Shape;370;p37"/>
          <p:cNvSpPr txBox="1">
            <a:spLocks noGrp="1"/>
          </p:cNvSpPr>
          <p:nvPr>
            <p:ph type="body" idx="7"/>
          </p:nvPr>
        </p:nvSpPr>
        <p:spPr>
          <a:xfrm>
            <a:off x="1022850" y="4149450"/>
            <a:ext cx="7644300" cy="6141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Limitations &amp; Future work</a:t>
            </a:r>
            <a:endParaRPr/>
          </a:p>
        </p:txBody>
      </p:sp>
      <p:sp>
        <p:nvSpPr>
          <p:cNvPr id="371" name="Google Shape;371;p37"/>
          <p:cNvSpPr txBox="1"/>
          <p:nvPr/>
        </p:nvSpPr>
        <p:spPr>
          <a:xfrm>
            <a:off x="375925" y="1785907"/>
            <a:ext cx="595800" cy="331200"/>
          </a:xfrm>
          <a:prstGeom prst="rect">
            <a:avLst/>
          </a:prstGeom>
          <a:noFill/>
          <a:ln>
            <a:noFill/>
          </a:ln>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500">
                <a:solidFill>
                  <a:schemeClr val="dk1"/>
                </a:solidFill>
                <a:latin typeface="Chakra Petch SemiBold"/>
                <a:ea typeface="Chakra Petch SemiBold"/>
                <a:cs typeface="Chakra Petch SemiBold"/>
                <a:sym typeface="Chakra Petch SemiBold"/>
              </a:rPr>
              <a:t>01.</a:t>
            </a:r>
            <a:endParaRPr sz="1500">
              <a:solidFill>
                <a:schemeClr val="dk1"/>
              </a:solidFill>
              <a:latin typeface="Chakra Petch SemiBold"/>
              <a:ea typeface="Chakra Petch SemiBold"/>
              <a:cs typeface="Chakra Petch SemiBold"/>
              <a:sym typeface="Chakra Petch SemiBold"/>
            </a:endParaRPr>
          </a:p>
        </p:txBody>
      </p:sp>
      <p:sp>
        <p:nvSpPr>
          <p:cNvPr id="372" name="Google Shape;372;p37"/>
          <p:cNvSpPr txBox="1"/>
          <p:nvPr/>
        </p:nvSpPr>
        <p:spPr>
          <a:xfrm>
            <a:off x="375925" y="2399963"/>
            <a:ext cx="595800" cy="331200"/>
          </a:xfrm>
          <a:prstGeom prst="rect">
            <a:avLst/>
          </a:prstGeom>
          <a:noFill/>
          <a:ln>
            <a:noFill/>
          </a:ln>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500">
                <a:solidFill>
                  <a:schemeClr val="dk1"/>
                </a:solidFill>
                <a:latin typeface="Chakra Petch SemiBold"/>
                <a:ea typeface="Chakra Petch SemiBold"/>
                <a:cs typeface="Chakra Petch SemiBold"/>
                <a:sym typeface="Chakra Petch SemiBold"/>
              </a:rPr>
              <a:t>02.</a:t>
            </a:r>
            <a:endParaRPr sz="1500">
              <a:solidFill>
                <a:schemeClr val="dk1"/>
              </a:solidFill>
              <a:latin typeface="Chakra Petch SemiBold"/>
              <a:ea typeface="Chakra Petch SemiBold"/>
              <a:cs typeface="Chakra Petch SemiBold"/>
              <a:sym typeface="Chakra Petch SemiBold"/>
            </a:endParaRPr>
          </a:p>
        </p:txBody>
      </p:sp>
      <p:sp>
        <p:nvSpPr>
          <p:cNvPr id="373" name="Google Shape;373;p37"/>
          <p:cNvSpPr txBox="1"/>
          <p:nvPr/>
        </p:nvSpPr>
        <p:spPr>
          <a:xfrm>
            <a:off x="375925" y="3014018"/>
            <a:ext cx="595800" cy="331200"/>
          </a:xfrm>
          <a:prstGeom prst="rect">
            <a:avLst/>
          </a:prstGeom>
          <a:noFill/>
          <a:ln>
            <a:noFill/>
          </a:ln>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500">
                <a:solidFill>
                  <a:schemeClr val="dk1"/>
                </a:solidFill>
                <a:latin typeface="Chakra Petch SemiBold"/>
                <a:ea typeface="Chakra Petch SemiBold"/>
                <a:cs typeface="Chakra Petch SemiBold"/>
                <a:sym typeface="Chakra Petch SemiBold"/>
              </a:rPr>
              <a:t>03.</a:t>
            </a:r>
            <a:endParaRPr sz="1500">
              <a:solidFill>
                <a:schemeClr val="dk1"/>
              </a:solidFill>
              <a:latin typeface="Chakra Petch SemiBold"/>
              <a:ea typeface="Chakra Petch SemiBold"/>
              <a:cs typeface="Chakra Petch SemiBold"/>
              <a:sym typeface="Chakra Petch SemiBold"/>
            </a:endParaRPr>
          </a:p>
        </p:txBody>
      </p:sp>
      <p:sp>
        <p:nvSpPr>
          <p:cNvPr id="374" name="Google Shape;374;p37"/>
          <p:cNvSpPr txBox="1"/>
          <p:nvPr/>
        </p:nvSpPr>
        <p:spPr>
          <a:xfrm>
            <a:off x="375925" y="3628074"/>
            <a:ext cx="595800" cy="331200"/>
          </a:xfrm>
          <a:prstGeom prst="rect">
            <a:avLst/>
          </a:prstGeom>
          <a:noFill/>
          <a:ln>
            <a:noFill/>
          </a:ln>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500">
                <a:solidFill>
                  <a:schemeClr val="dk1"/>
                </a:solidFill>
                <a:latin typeface="Chakra Petch SemiBold"/>
                <a:ea typeface="Chakra Petch SemiBold"/>
                <a:cs typeface="Chakra Petch SemiBold"/>
                <a:sym typeface="Chakra Petch SemiBold"/>
              </a:rPr>
              <a:t>04.</a:t>
            </a:r>
            <a:endParaRPr sz="1500">
              <a:solidFill>
                <a:schemeClr val="dk1"/>
              </a:solidFill>
              <a:latin typeface="Chakra Petch SemiBold"/>
              <a:ea typeface="Chakra Petch SemiBold"/>
              <a:cs typeface="Chakra Petch SemiBold"/>
              <a:sym typeface="Chakra Petch SemiBold"/>
            </a:endParaRPr>
          </a:p>
        </p:txBody>
      </p:sp>
      <p:sp>
        <p:nvSpPr>
          <p:cNvPr id="375" name="Google Shape;375;p37"/>
          <p:cNvSpPr txBox="1"/>
          <p:nvPr/>
        </p:nvSpPr>
        <p:spPr>
          <a:xfrm>
            <a:off x="375925" y="4242129"/>
            <a:ext cx="595800" cy="331200"/>
          </a:xfrm>
          <a:prstGeom prst="rect">
            <a:avLst/>
          </a:prstGeom>
          <a:noFill/>
          <a:ln>
            <a:noFill/>
          </a:ln>
        </p:spPr>
        <p:txBody>
          <a:bodyPr spcFirstLastPara="1" wrap="square" lIns="91425" tIns="91425" rIns="91425" bIns="91425" anchor="t" anchorCtr="0">
            <a:noAutofit/>
          </a:bodyPr>
          <a:lstStyle/>
          <a:p>
            <a:pPr marL="0" lvl="0" indent="0" algn="l" rtl="0">
              <a:lnSpc>
                <a:spcPct val="80000"/>
              </a:lnSpc>
              <a:spcBef>
                <a:spcPts val="0"/>
              </a:spcBef>
              <a:spcAft>
                <a:spcPts val="0"/>
              </a:spcAft>
              <a:buNone/>
            </a:pPr>
            <a:r>
              <a:rPr lang="en" sz="1500">
                <a:solidFill>
                  <a:schemeClr val="dk1"/>
                </a:solidFill>
                <a:latin typeface="Chakra Petch SemiBold"/>
                <a:ea typeface="Chakra Petch SemiBold"/>
                <a:cs typeface="Chakra Petch SemiBold"/>
                <a:sym typeface="Chakra Petch SemiBold"/>
              </a:rPr>
              <a:t>05.</a:t>
            </a:r>
            <a:endParaRPr sz="1500">
              <a:solidFill>
                <a:schemeClr val="dk1"/>
              </a:solidFill>
              <a:latin typeface="Chakra Petch SemiBold"/>
              <a:ea typeface="Chakra Petch SemiBold"/>
              <a:cs typeface="Chakra Petch SemiBold"/>
              <a:sym typeface="Chakra Petch Semi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3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381" name="Google Shape;381;p38"/>
          <p:cNvSpPr txBox="1">
            <a:spLocks noGrp="1"/>
          </p:cNvSpPr>
          <p:nvPr>
            <p:ph type="body" idx="4"/>
          </p:nvPr>
        </p:nvSpPr>
        <p:spPr>
          <a:xfrm>
            <a:off x="2344475" y="1755325"/>
            <a:ext cx="5636700" cy="297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Hypothesis, Research Question and Why:</a:t>
            </a:r>
            <a:endParaRPr/>
          </a:p>
          <a:p>
            <a:pPr marL="0" lvl="0" indent="0" algn="l" rtl="0">
              <a:spcBef>
                <a:spcPts val="0"/>
              </a:spcBef>
              <a:spcAft>
                <a:spcPts val="0"/>
              </a:spcAft>
              <a:buNone/>
            </a:pPr>
            <a:endParaRPr/>
          </a:p>
          <a:p>
            <a:pPr marL="0" lvl="0" indent="0" algn="l" rtl="0">
              <a:lnSpc>
                <a:spcPct val="115000"/>
              </a:lnSpc>
              <a:spcBef>
                <a:spcPts val="0"/>
              </a:spcBef>
              <a:spcAft>
                <a:spcPts val="0"/>
              </a:spcAft>
              <a:buNone/>
            </a:pPr>
            <a:r>
              <a:rPr lang="en" sz="1400" b="1"/>
              <a:t>Hypothesis</a:t>
            </a:r>
            <a:r>
              <a:rPr lang="en" sz="1400"/>
              <a:t>: Would players with higher asymmetry differences between both sides for torque and max force affect acceleration load and distance total results?</a:t>
            </a:r>
            <a:endParaRPr sz="1400"/>
          </a:p>
          <a:p>
            <a:pPr marL="0" lvl="0" indent="0" algn="l" rtl="0">
              <a:lnSpc>
                <a:spcPct val="115000"/>
              </a:lnSpc>
              <a:spcBef>
                <a:spcPts val="1200"/>
              </a:spcBef>
              <a:spcAft>
                <a:spcPts val="0"/>
              </a:spcAft>
              <a:buNone/>
            </a:pPr>
            <a:r>
              <a:rPr lang="en" sz="1400" b="1"/>
              <a:t>Research Question</a:t>
            </a:r>
            <a:r>
              <a:rPr lang="en" sz="1400"/>
              <a:t>: </a:t>
            </a:r>
            <a:r>
              <a:rPr lang="en" sz="1300">
                <a:solidFill>
                  <a:srgbClr val="980000"/>
                </a:solidFill>
                <a:latin typeface="Arial"/>
                <a:ea typeface="Arial"/>
                <a:cs typeface="Arial"/>
                <a:sym typeface="Arial"/>
              </a:rPr>
              <a:t>Could these key indicators be used to determine players' risk of injury? </a:t>
            </a:r>
            <a:endParaRPr sz="1300">
              <a:solidFill>
                <a:srgbClr val="980000"/>
              </a:solidFill>
              <a:latin typeface="Arial"/>
              <a:ea typeface="Arial"/>
              <a:cs typeface="Arial"/>
              <a:sym typeface="Arial"/>
            </a:endParaRPr>
          </a:p>
          <a:p>
            <a:pPr marL="0" lvl="0" indent="0" algn="l" rtl="0">
              <a:lnSpc>
                <a:spcPct val="115000"/>
              </a:lnSpc>
              <a:spcBef>
                <a:spcPts val="1200"/>
              </a:spcBef>
              <a:spcAft>
                <a:spcPts val="0"/>
              </a:spcAft>
              <a:buNone/>
            </a:pPr>
            <a:r>
              <a:rPr lang="en" sz="1300" b="1">
                <a:solidFill>
                  <a:srgbClr val="980000"/>
                </a:solidFill>
                <a:latin typeface="Arial"/>
                <a:ea typeface="Arial"/>
                <a:cs typeface="Arial"/>
                <a:sym typeface="Arial"/>
              </a:rPr>
              <a:t>Our Why: </a:t>
            </a:r>
            <a:r>
              <a:rPr lang="en" sz="1300">
                <a:solidFill>
                  <a:srgbClr val="980000"/>
                </a:solidFill>
                <a:latin typeface="Arial"/>
                <a:ea typeface="Arial"/>
                <a:cs typeface="Arial"/>
                <a:sym typeface="Arial"/>
              </a:rPr>
              <a:t>higher asymmetry differences between left and right-side measurements of torque and max force correlate with an increased risk of injury</a:t>
            </a:r>
            <a:endParaRPr sz="1300">
              <a:solidFill>
                <a:srgbClr val="980000"/>
              </a:solidFill>
              <a:latin typeface="Arial"/>
              <a:ea typeface="Arial"/>
              <a:cs typeface="Arial"/>
              <a:sym typeface="Arial"/>
            </a:endParaRPr>
          </a:p>
          <a:p>
            <a:pPr marL="0" lvl="0" indent="0" algn="l" rtl="0">
              <a:lnSpc>
                <a:spcPct val="115000"/>
              </a:lnSpc>
              <a:spcBef>
                <a:spcPts val="1200"/>
              </a:spcBef>
              <a:spcAft>
                <a:spcPts val="1200"/>
              </a:spcAft>
              <a:buNone/>
            </a:pPr>
            <a:endParaRPr sz="1300" b="1">
              <a:solidFill>
                <a:srgbClr val="980000"/>
              </a:solidFill>
              <a:latin typeface="Arial"/>
              <a:ea typeface="Arial"/>
              <a:cs typeface="Arial"/>
              <a:sym typeface="Arial"/>
            </a:endParaRPr>
          </a:p>
        </p:txBody>
      </p:sp>
      <p:sp>
        <p:nvSpPr>
          <p:cNvPr id="382" name="Google Shape;382;p38"/>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39"/>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388" name="Google Shape;388;p39"/>
          <p:cNvSpPr txBox="1">
            <a:spLocks noGrp="1"/>
          </p:cNvSpPr>
          <p:nvPr>
            <p:ph type="body" idx="4"/>
          </p:nvPr>
        </p:nvSpPr>
        <p:spPr>
          <a:xfrm>
            <a:off x="1393000" y="1810950"/>
            <a:ext cx="7385100" cy="308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Selected Metrics and Why:</a:t>
            </a:r>
            <a:endParaRPr/>
          </a:p>
          <a:p>
            <a:pPr marL="0" lvl="0" indent="0" algn="l" rtl="0">
              <a:spcBef>
                <a:spcPts val="0"/>
              </a:spcBef>
              <a:spcAft>
                <a:spcPts val="0"/>
              </a:spcAft>
              <a:buNone/>
            </a:pPr>
            <a:endParaRPr/>
          </a:p>
          <a:p>
            <a:pPr marL="0" lvl="0" indent="0" algn="l" rtl="0">
              <a:lnSpc>
                <a:spcPct val="135714"/>
              </a:lnSpc>
              <a:spcBef>
                <a:spcPts val="0"/>
              </a:spcBef>
              <a:spcAft>
                <a:spcPts val="0"/>
              </a:spcAft>
              <a:buNone/>
            </a:pPr>
            <a:r>
              <a:rPr lang="en" sz="1300" b="1"/>
              <a:t>Vald: </a:t>
            </a:r>
            <a:r>
              <a:rPr lang="en" sz="1300"/>
              <a:t>left and right Max Force, left and right Torque</a:t>
            </a:r>
            <a:endParaRPr sz="1300"/>
          </a:p>
          <a:p>
            <a:pPr marL="0" lvl="0" indent="0" algn="l" rtl="0">
              <a:lnSpc>
                <a:spcPct val="135714"/>
              </a:lnSpc>
              <a:spcBef>
                <a:spcPts val="0"/>
              </a:spcBef>
              <a:spcAft>
                <a:spcPts val="0"/>
              </a:spcAft>
              <a:buNone/>
            </a:pPr>
            <a:r>
              <a:rPr lang="en" sz="1300" b="1"/>
              <a:t>Kinexon</a:t>
            </a:r>
            <a:r>
              <a:rPr lang="en" sz="1300"/>
              <a:t>: Accumulated Acceleration Load and Total Distance (distance_total)</a:t>
            </a:r>
            <a:endParaRPr sz="1300"/>
          </a:p>
          <a:p>
            <a:pPr marL="0" lvl="0" indent="0" algn="l" rtl="0">
              <a:lnSpc>
                <a:spcPct val="135714"/>
              </a:lnSpc>
              <a:spcBef>
                <a:spcPts val="0"/>
              </a:spcBef>
              <a:spcAft>
                <a:spcPts val="0"/>
              </a:spcAft>
              <a:buNone/>
            </a:pPr>
            <a:endParaRPr sz="1300" b="1"/>
          </a:p>
          <a:p>
            <a:pPr marL="0" lvl="0" indent="0" algn="l" rtl="0">
              <a:lnSpc>
                <a:spcPct val="135714"/>
              </a:lnSpc>
              <a:spcBef>
                <a:spcPts val="0"/>
              </a:spcBef>
              <a:spcAft>
                <a:spcPts val="0"/>
              </a:spcAft>
              <a:buNone/>
            </a:pPr>
            <a:r>
              <a:rPr lang="en" sz="1300" b="1"/>
              <a:t>leftMaxForce (Newton N)</a:t>
            </a:r>
            <a:r>
              <a:rPr lang="en" sz="1300"/>
              <a:t> - bilateral metric on force to determine player risk (Vald) </a:t>
            </a:r>
            <a:br>
              <a:rPr lang="en" sz="1300"/>
            </a:br>
            <a:r>
              <a:rPr lang="en" sz="1300" b="1"/>
              <a:t>rightMaxForce (Newton N) </a:t>
            </a:r>
            <a:r>
              <a:rPr lang="en" sz="1300"/>
              <a:t>- bilateral metric on force to determine player risk (Vald)</a:t>
            </a:r>
            <a:endParaRPr sz="1300"/>
          </a:p>
          <a:p>
            <a:pPr marL="0" lvl="0" indent="0" algn="l" rtl="0">
              <a:lnSpc>
                <a:spcPct val="135714"/>
              </a:lnSpc>
              <a:spcBef>
                <a:spcPts val="0"/>
              </a:spcBef>
              <a:spcAft>
                <a:spcPts val="0"/>
              </a:spcAft>
              <a:buNone/>
            </a:pPr>
            <a:r>
              <a:rPr lang="en" sz="1300" b="1"/>
              <a:t>leftTorque</a:t>
            </a:r>
            <a:r>
              <a:rPr lang="en" sz="1300"/>
              <a:t> </a:t>
            </a:r>
            <a:r>
              <a:rPr lang="en" sz="1300" b="1"/>
              <a:t>(Newton-metres Nm)</a:t>
            </a:r>
            <a:r>
              <a:rPr lang="en" sz="1300"/>
              <a:t>- bilateral metric on torque (Vald)</a:t>
            </a:r>
            <a:br>
              <a:rPr lang="en" sz="1300"/>
            </a:br>
            <a:r>
              <a:rPr lang="en" sz="1300" b="1"/>
              <a:t>rightTorque</a:t>
            </a:r>
            <a:r>
              <a:rPr lang="en" sz="1300"/>
              <a:t> </a:t>
            </a:r>
            <a:r>
              <a:rPr lang="en" sz="1300" b="1"/>
              <a:t>(Newton-metres Nm) </a:t>
            </a:r>
            <a:r>
              <a:rPr lang="en" sz="1300"/>
              <a:t>- bilateral metric on torque (Vald)</a:t>
            </a:r>
            <a:br>
              <a:rPr lang="en" sz="1300"/>
            </a:br>
            <a:r>
              <a:rPr lang="en" sz="1300" b="1"/>
              <a:t>accel_load_accum</a:t>
            </a:r>
            <a:r>
              <a:rPr lang="en" sz="1300"/>
              <a:t> - measure acceleration as it relates to total distance (Kinexon)</a:t>
            </a:r>
            <a:br>
              <a:rPr lang="en" sz="1300"/>
            </a:br>
            <a:r>
              <a:rPr lang="en" sz="1300" b="1"/>
              <a:t>distance_total </a:t>
            </a:r>
            <a:r>
              <a:rPr lang="en" sz="1300"/>
              <a:t>- to determine performance (Kinexon)</a:t>
            </a: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89" name="Google Shape;389;p39"/>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40"/>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395" name="Google Shape;395;p40"/>
          <p:cNvSpPr txBox="1">
            <a:spLocks noGrp="1"/>
          </p:cNvSpPr>
          <p:nvPr>
            <p:ph type="body" idx="4"/>
          </p:nvPr>
        </p:nvSpPr>
        <p:spPr>
          <a:xfrm>
            <a:off x="1393125" y="1737175"/>
            <a:ext cx="7385100" cy="316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Derived metrics and why</a:t>
            </a:r>
            <a:endParaRPr/>
          </a:p>
          <a:p>
            <a:pPr marL="0" lvl="0" indent="0" algn="l" rtl="0">
              <a:spcBef>
                <a:spcPts val="0"/>
              </a:spcBef>
              <a:spcAft>
                <a:spcPts val="0"/>
              </a:spcAft>
              <a:buNone/>
            </a:pPr>
            <a:endParaRPr/>
          </a:p>
          <a:p>
            <a:pPr marL="0" lvl="0" indent="0" algn="l" rtl="0">
              <a:lnSpc>
                <a:spcPct val="135714"/>
              </a:lnSpc>
              <a:spcBef>
                <a:spcPts val="0"/>
              </a:spcBef>
              <a:spcAft>
                <a:spcPts val="0"/>
              </a:spcAft>
              <a:buNone/>
            </a:pPr>
            <a:r>
              <a:rPr lang="en" sz="1300" b="1"/>
              <a:t>avg_MaxForce_asymmetry (Newton N)</a:t>
            </a:r>
            <a:r>
              <a:rPr lang="en" sz="1300"/>
              <a:t>: the difference of the asymmetrical analysis divided by the total symmetrical MaxForce multiplied by 100 </a:t>
            </a:r>
            <a:endParaRPr sz="1300"/>
          </a:p>
          <a:p>
            <a:pPr marL="0" lvl="0" indent="0" algn="l" rtl="0">
              <a:lnSpc>
                <a:spcPct val="135714"/>
              </a:lnSpc>
              <a:spcBef>
                <a:spcPts val="0"/>
              </a:spcBef>
              <a:spcAft>
                <a:spcPts val="0"/>
              </a:spcAft>
              <a:buNone/>
            </a:pPr>
            <a:r>
              <a:rPr lang="en" sz="1300" b="1"/>
              <a:t>avg_Torque_asymmetry</a:t>
            </a:r>
            <a:r>
              <a:rPr lang="en" sz="1300"/>
              <a:t> </a:t>
            </a:r>
            <a:r>
              <a:rPr lang="en" sz="1300" b="1"/>
              <a:t>(Newton-metres Nm)</a:t>
            </a:r>
            <a:r>
              <a:rPr lang="en" sz="1300"/>
              <a:t>: the difference of the asymmetrical analysis divided by the total symmetrical Torque multiplied by 100 </a:t>
            </a:r>
            <a:endParaRPr sz="1300" b="1"/>
          </a:p>
          <a:p>
            <a:pPr marL="0" lvl="0" indent="0" algn="l" rtl="0">
              <a:lnSpc>
                <a:spcPct val="135714"/>
              </a:lnSpc>
              <a:spcBef>
                <a:spcPts val="0"/>
              </a:spcBef>
              <a:spcAft>
                <a:spcPts val="0"/>
              </a:spcAft>
              <a:buNone/>
            </a:pPr>
            <a:endParaRPr sz="1300" b="1"/>
          </a:p>
          <a:p>
            <a:pPr marL="0" lvl="0" indent="0" algn="l" rtl="0">
              <a:lnSpc>
                <a:spcPct val="135714"/>
              </a:lnSpc>
              <a:spcBef>
                <a:spcPts val="0"/>
              </a:spcBef>
              <a:spcAft>
                <a:spcPts val="0"/>
              </a:spcAft>
              <a:buNone/>
            </a:pPr>
            <a:r>
              <a:rPr lang="en" sz="1300" b="1"/>
              <a:t>MaxForce_asymmetry_category (High, Low)</a:t>
            </a:r>
            <a:r>
              <a:rPr lang="en" sz="1300"/>
              <a:t> </a:t>
            </a:r>
            <a:endParaRPr sz="1300"/>
          </a:p>
          <a:p>
            <a:pPr marL="0" lvl="0" indent="0" algn="l" rtl="0">
              <a:lnSpc>
                <a:spcPct val="135714"/>
              </a:lnSpc>
              <a:spcBef>
                <a:spcPts val="0"/>
              </a:spcBef>
              <a:spcAft>
                <a:spcPts val="0"/>
              </a:spcAft>
              <a:buNone/>
            </a:pPr>
            <a:r>
              <a:rPr lang="en" sz="1300" b="1"/>
              <a:t>Torque_asymmetry_category(High, Low)</a:t>
            </a:r>
            <a:r>
              <a:rPr lang="en" sz="1300"/>
              <a:t> </a:t>
            </a:r>
            <a:r>
              <a:rPr lang="en" sz="1300" b="1"/>
              <a:t> </a:t>
            </a:r>
            <a:endParaRPr sz="1300" b="1"/>
          </a:p>
          <a:p>
            <a:pPr marL="457200" lvl="0" indent="-311150" algn="l" rtl="0">
              <a:lnSpc>
                <a:spcPct val="135714"/>
              </a:lnSpc>
              <a:spcBef>
                <a:spcPts val="0"/>
              </a:spcBef>
              <a:spcAft>
                <a:spcPts val="0"/>
              </a:spcAft>
              <a:buSzPts val="1300"/>
              <a:buChar char="●"/>
            </a:pPr>
            <a:r>
              <a:rPr lang="en" sz="1300"/>
              <a:t>An absolute value of asymmetrical percentage value to determine the category values between High and Low (greater than or equal to 10% is 'High,'  less than 10% is 'Low.')</a:t>
            </a:r>
            <a:endParaRPr sz="1500" b="1"/>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lnSpc>
                <a:spcPct val="135714"/>
              </a:lnSpc>
              <a:spcBef>
                <a:spcPts val="0"/>
              </a:spcBef>
              <a:spcAft>
                <a:spcPts val="0"/>
              </a:spcAft>
              <a:buNone/>
            </a:pPr>
            <a:endParaRPr sz="1300"/>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96" name="Google Shape;396;p40"/>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pic>
        <p:nvPicPr>
          <p:cNvPr id="397" name="Google Shape;397;p40"/>
          <p:cNvPicPr preferRelativeResize="0"/>
          <p:nvPr/>
        </p:nvPicPr>
        <p:blipFill>
          <a:blip r:embed="rId3">
            <a:alphaModFix/>
          </a:blip>
          <a:stretch>
            <a:fillRect/>
          </a:stretch>
        </p:blipFill>
        <p:spPr>
          <a:xfrm>
            <a:off x="4657938" y="1737175"/>
            <a:ext cx="1167765" cy="490173"/>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41"/>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403" name="Google Shape;403;p41"/>
          <p:cNvSpPr txBox="1">
            <a:spLocks noGrp="1"/>
          </p:cNvSpPr>
          <p:nvPr>
            <p:ph type="body" idx="4"/>
          </p:nvPr>
        </p:nvSpPr>
        <p:spPr>
          <a:xfrm>
            <a:off x="2342050" y="1891850"/>
            <a:ext cx="6327600" cy="290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overview and quality assessment </a:t>
            </a:r>
            <a:endParaRPr/>
          </a:p>
          <a:p>
            <a:pPr marL="457200" lvl="0" indent="0" algn="l" rtl="0">
              <a:spcBef>
                <a:spcPts val="0"/>
              </a:spcBef>
              <a:spcAft>
                <a:spcPts val="0"/>
              </a:spcAft>
              <a:buNone/>
            </a:pPr>
            <a:endParaRPr/>
          </a:p>
          <a:p>
            <a:pPr marL="457200" lvl="0" indent="-355600" algn="l" rtl="0">
              <a:spcBef>
                <a:spcPts val="0"/>
              </a:spcBef>
              <a:spcAft>
                <a:spcPts val="0"/>
              </a:spcAft>
              <a:buSzPts val="2000"/>
              <a:buChar char="●"/>
            </a:pPr>
            <a:r>
              <a:rPr lang="en"/>
              <a:t>Reviewed raw data to identify which metric has the most recorded values</a:t>
            </a:r>
            <a:endParaRPr/>
          </a:p>
          <a:p>
            <a:pPr marL="457200" lvl="0" indent="-355600" algn="l" rtl="0">
              <a:spcBef>
                <a:spcPts val="0"/>
              </a:spcBef>
              <a:spcAft>
                <a:spcPts val="0"/>
              </a:spcAft>
              <a:buSzPts val="2000"/>
              <a:buChar char="●"/>
            </a:pPr>
            <a:r>
              <a:rPr lang="en"/>
              <a:t>Highlighted and omitted missing data</a:t>
            </a:r>
            <a:endParaRPr/>
          </a:p>
          <a:p>
            <a:pPr marL="457200" lvl="0" indent="-355600" algn="l" rtl="0">
              <a:spcBef>
                <a:spcPts val="0"/>
              </a:spcBef>
              <a:spcAft>
                <a:spcPts val="0"/>
              </a:spcAft>
              <a:buSzPts val="2000"/>
              <a:buChar char="●"/>
            </a:pPr>
            <a:r>
              <a:rPr lang="en"/>
              <a:t>Recoded duplicate team names</a:t>
            </a:r>
            <a:endParaRPr/>
          </a:p>
          <a:p>
            <a:pPr marL="457200" lvl="0" indent="-355600" algn="l" rtl="0">
              <a:spcBef>
                <a:spcPts val="0"/>
              </a:spcBef>
              <a:spcAft>
                <a:spcPts val="0"/>
              </a:spcAft>
              <a:buSzPts val="2000"/>
              <a:buChar char="●"/>
            </a:pPr>
            <a:r>
              <a:rPr lang="en"/>
              <a:t>Identified players assigned to multiple teams</a:t>
            </a:r>
            <a:endParaRPr/>
          </a:p>
          <a:p>
            <a:pPr marL="457200" lvl="0" indent="-355600" algn="l" rtl="0">
              <a:spcBef>
                <a:spcPts val="0"/>
              </a:spcBef>
              <a:spcAft>
                <a:spcPts val="0"/>
              </a:spcAft>
              <a:buSzPts val="2000"/>
              <a:buChar char="●"/>
            </a:pPr>
            <a:r>
              <a:rPr lang="en"/>
              <a:t>Explored topics in PubMed relevant to the most-recorded metric</a:t>
            </a:r>
            <a:endParaRPr/>
          </a:p>
          <a:p>
            <a:pPr marL="0" lvl="0" indent="0" algn="l" rtl="0">
              <a:spcBef>
                <a:spcPts val="0"/>
              </a:spcBef>
              <a:spcAft>
                <a:spcPts val="0"/>
              </a:spcAft>
              <a:buNone/>
            </a:pPr>
            <a:endParaRPr/>
          </a:p>
        </p:txBody>
      </p:sp>
      <p:sp>
        <p:nvSpPr>
          <p:cNvPr id="404" name="Google Shape;404;p41"/>
          <p:cNvSpPr txBox="1">
            <a:spLocks noGrp="1"/>
          </p:cNvSpPr>
          <p:nvPr>
            <p:ph type="title"/>
          </p:nvPr>
        </p:nvSpPr>
        <p:spPr>
          <a:xfrm>
            <a:off x="365700" y="514148"/>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Methods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42"/>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
        <p:nvSpPr>
          <p:cNvPr id="410" name="Google Shape;410;p42"/>
          <p:cNvSpPr txBox="1">
            <a:spLocks noGrp="1"/>
          </p:cNvSpPr>
          <p:nvPr>
            <p:ph type="body" idx="4"/>
          </p:nvPr>
        </p:nvSpPr>
        <p:spPr>
          <a:xfrm>
            <a:off x="2031675" y="1791900"/>
            <a:ext cx="6670500" cy="298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Analysis approach</a:t>
            </a:r>
            <a:endParaRPr/>
          </a:p>
          <a:p>
            <a:pPr marL="0" lvl="0" indent="0" algn="l" rtl="0">
              <a:spcBef>
                <a:spcPts val="0"/>
              </a:spcBef>
              <a:spcAft>
                <a:spcPts val="0"/>
              </a:spcAft>
              <a:buNone/>
            </a:pPr>
            <a:endParaRPr/>
          </a:p>
          <a:p>
            <a:pPr marL="457200" lvl="0" indent="-355600" algn="l" rtl="0">
              <a:spcBef>
                <a:spcPts val="0"/>
              </a:spcBef>
              <a:spcAft>
                <a:spcPts val="0"/>
              </a:spcAft>
              <a:buSzPts val="2000"/>
              <a:buChar char="●"/>
            </a:pPr>
            <a:r>
              <a:rPr lang="en"/>
              <a:t>Conducted descriptive statistics (means, medians, ranges) to summarize the most-recorded metric</a:t>
            </a:r>
            <a:endParaRPr/>
          </a:p>
          <a:p>
            <a:pPr marL="457200" lvl="0" indent="-355600" algn="l" rtl="0">
              <a:spcBef>
                <a:spcPts val="0"/>
              </a:spcBef>
              <a:spcAft>
                <a:spcPts val="0"/>
              </a:spcAft>
              <a:buSzPts val="2000"/>
              <a:buChar char="●"/>
            </a:pPr>
            <a:r>
              <a:rPr lang="en"/>
              <a:t>Used correlation and regression analyses to explore relationships between max force/torque and accumulated acceleration/distance</a:t>
            </a:r>
            <a:endParaRPr/>
          </a:p>
          <a:p>
            <a:pPr marL="457200" lvl="0" indent="-355600" algn="l" rtl="0">
              <a:spcBef>
                <a:spcPts val="0"/>
              </a:spcBef>
              <a:spcAft>
                <a:spcPts val="0"/>
              </a:spcAft>
              <a:buSzPts val="2000"/>
              <a:buChar char="●"/>
            </a:pPr>
            <a:r>
              <a:rPr lang="en"/>
              <a:t>Cross-referenced findings with literature review to contextualize results</a:t>
            </a:r>
            <a:endParaRPr/>
          </a:p>
        </p:txBody>
      </p:sp>
      <p:sp>
        <p:nvSpPr>
          <p:cNvPr id="411" name="Google Shape;411;p42"/>
          <p:cNvSpPr txBox="1">
            <a:spLocks noGrp="1"/>
          </p:cNvSpPr>
          <p:nvPr>
            <p:ph type="title"/>
          </p:nvPr>
        </p:nvSpPr>
        <p:spPr>
          <a:xfrm>
            <a:off x="365700" y="514148"/>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Methods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43"/>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417" name="Google Shape;417;p43"/>
          <p:cNvSpPr txBox="1">
            <a:spLocks noGrp="1"/>
          </p:cNvSpPr>
          <p:nvPr>
            <p:ph type="body" idx="4"/>
          </p:nvPr>
        </p:nvSpPr>
        <p:spPr>
          <a:xfrm>
            <a:off x="3145550" y="1760550"/>
            <a:ext cx="5411700" cy="2767200"/>
          </a:xfrm>
          <a:prstGeom prst="rect">
            <a:avLst/>
          </a:prstGeom>
        </p:spPr>
        <p:txBody>
          <a:bodyPr spcFirstLastPara="1" wrap="square" lIns="91425" tIns="91425" rIns="91425" bIns="91425" anchor="t" anchorCtr="0">
            <a:noAutofit/>
          </a:bodyPr>
          <a:lstStyle/>
          <a:p>
            <a:pPr marL="457200" lvl="0" indent="0" algn="l" rtl="0">
              <a:spcBef>
                <a:spcPts val="0"/>
              </a:spcBef>
              <a:spcAft>
                <a:spcPts val="0"/>
              </a:spcAft>
              <a:buNone/>
            </a:pPr>
            <a:r>
              <a:rPr lang="en"/>
              <a:t>Main results with visualizations </a:t>
            </a:r>
            <a:endParaRPr/>
          </a:p>
          <a:p>
            <a:pPr marL="457200" lvl="0" indent="0" algn="l" rtl="0">
              <a:spcBef>
                <a:spcPts val="0"/>
              </a:spcBef>
              <a:spcAft>
                <a:spcPts val="0"/>
              </a:spcAft>
              <a:buNone/>
            </a:pPr>
            <a:endParaRPr/>
          </a:p>
          <a:p>
            <a:pPr marL="457200" lvl="0" indent="0" algn="l" rtl="0">
              <a:spcBef>
                <a:spcPts val="0"/>
              </a:spcBef>
              <a:spcAft>
                <a:spcPts val="0"/>
              </a:spcAft>
              <a:buNone/>
            </a:pPr>
            <a:r>
              <a:rPr lang="en" sz="1600"/>
              <a:t>Symmetrical metrics were recorded on a separate device (Vald)  from non-symmetrical metrics for acceleration and distance using (Kinexon)</a:t>
            </a:r>
            <a:endParaRPr sz="1600"/>
          </a:p>
          <a:p>
            <a:pPr marL="0" lvl="0" indent="0" algn="l" rtl="0">
              <a:spcBef>
                <a:spcPts val="0"/>
              </a:spcBef>
              <a:spcAft>
                <a:spcPts val="0"/>
              </a:spcAft>
              <a:buNone/>
            </a:pPr>
            <a:endParaRPr sz="1600"/>
          </a:p>
          <a:p>
            <a:pPr marL="457200" lvl="0" indent="0" algn="l" rtl="0">
              <a:spcBef>
                <a:spcPts val="0"/>
              </a:spcBef>
              <a:spcAft>
                <a:spcPts val="0"/>
              </a:spcAft>
              <a:buNone/>
            </a:pPr>
            <a:r>
              <a:rPr lang="en" sz="1600"/>
              <a:t>This limited our ability to match data sets and reduced our sample size. </a:t>
            </a:r>
            <a:endParaRPr sz="1600"/>
          </a:p>
          <a:p>
            <a:pPr marL="457200" lvl="0" indent="0" algn="l" rtl="0">
              <a:spcBef>
                <a:spcPts val="0"/>
              </a:spcBef>
              <a:spcAft>
                <a:spcPts val="0"/>
              </a:spcAft>
              <a:buNone/>
            </a:pPr>
            <a:endParaRPr/>
          </a:p>
          <a:p>
            <a:pPr marL="0" lvl="0" indent="0" algn="l" rtl="0">
              <a:spcBef>
                <a:spcPts val="0"/>
              </a:spcBef>
              <a:spcAft>
                <a:spcPts val="0"/>
              </a:spcAft>
              <a:buNone/>
            </a:pPr>
            <a:endParaRPr/>
          </a:p>
        </p:txBody>
      </p:sp>
      <p:sp>
        <p:nvSpPr>
          <p:cNvPr id="418" name="Google Shape;418;p43"/>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Findings</a:t>
            </a:r>
            <a:endParaRPr/>
          </a:p>
        </p:txBody>
      </p:sp>
      <p:pic>
        <p:nvPicPr>
          <p:cNvPr id="419" name="Google Shape;419;p43"/>
          <p:cNvPicPr preferRelativeResize="0"/>
          <p:nvPr/>
        </p:nvPicPr>
        <p:blipFill>
          <a:blip r:embed="rId3">
            <a:alphaModFix/>
          </a:blip>
          <a:stretch>
            <a:fillRect/>
          </a:stretch>
        </p:blipFill>
        <p:spPr>
          <a:xfrm>
            <a:off x="476475" y="1721873"/>
            <a:ext cx="2578225" cy="2578225"/>
          </a:xfrm>
          <a:prstGeom prst="rect">
            <a:avLst/>
          </a:prstGeom>
          <a:noFill/>
          <a:ln>
            <a:noFill/>
          </a:ln>
        </p:spPr>
      </p:pic>
      <p:sp>
        <p:nvSpPr>
          <p:cNvPr id="420" name="Google Shape;420;p43"/>
          <p:cNvSpPr txBox="1"/>
          <p:nvPr/>
        </p:nvSpPr>
        <p:spPr>
          <a:xfrm>
            <a:off x="557338" y="4300100"/>
            <a:ext cx="24165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chemeClr val="lt1"/>
                </a:solidFill>
                <a:latin typeface="DM Sans"/>
                <a:ea typeface="DM Sans"/>
                <a:cs typeface="DM Sans"/>
                <a:sym typeface="DM Sans"/>
              </a:rPr>
              <a:t>Total Number of Tests Per Month (Kinexon and Vald)</a:t>
            </a:r>
            <a:endParaRPr sz="700">
              <a:solidFill>
                <a:schemeClr val="lt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4"/>
          <p:cNvSpPr txBox="1">
            <a:spLocks noGrp="1"/>
          </p:cNvSpPr>
          <p:nvPr>
            <p:ph type="title" idx="4294967295"/>
          </p:nvPr>
        </p:nvSpPr>
        <p:spPr>
          <a:xfrm>
            <a:off x="365700" y="299700"/>
            <a:ext cx="8412600" cy="65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Findings</a:t>
            </a:r>
            <a:endParaRPr/>
          </a:p>
        </p:txBody>
      </p:sp>
      <p:sp>
        <p:nvSpPr>
          <p:cNvPr id="426" name="Google Shape;426;p44"/>
          <p:cNvSpPr txBox="1">
            <a:spLocks noGrp="1"/>
          </p:cNvSpPr>
          <p:nvPr>
            <p:ph type="body" idx="4294967295"/>
          </p:nvPr>
        </p:nvSpPr>
        <p:spPr>
          <a:xfrm>
            <a:off x="3242175" y="1392175"/>
            <a:ext cx="5427600" cy="88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a:t>Output for Kinexon data, “total_distance” and “accel_load”, are more frequently tested versus Vald data “Torque” and “Max_force”</a:t>
            </a:r>
            <a:endParaRPr sz="1100"/>
          </a:p>
        </p:txBody>
      </p:sp>
      <p:sp>
        <p:nvSpPr>
          <p:cNvPr id="427" name="Google Shape;427;p44"/>
          <p:cNvSpPr txBox="1">
            <a:spLocks noGrp="1"/>
          </p:cNvSpPr>
          <p:nvPr>
            <p:ph type="subTitle" idx="4294967295"/>
          </p:nvPr>
        </p:nvSpPr>
        <p:spPr>
          <a:xfrm>
            <a:off x="3242169" y="1063075"/>
            <a:ext cx="3859800" cy="32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a:t>Testing Behaviors among teams</a:t>
            </a:r>
            <a:endParaRPr sz="1900"/>
          </a:p>
        </p:txBody>
      </p:sp>
      <p:pic>
        <p:nvPicPr>
          <p:cNvPr id="428" name="Google Shape;428;p44"/>
          <p:cNvPicPr preferRelativeResize="0"/>
          <p:nvPr/>
        </p:nvPicPr>
        <p:blipFill>
          <a:blip r:embed="rId3">
            <a:alphaModFix/>
          </a:blip>
          <a:stretch>
            <a:fillRect/>
          </a:stretch>
        </p:blipFill>
        <p:spPr>
          <a:xfrm>
            <a:off x="365625" y="3420075"/>
            <a:ext cx="1625824" cy="1625824"/>
          </a:xfrm>
          <a:prstGeom prst="rect">
            <a:avLst/>
          </a:prstGeom>
          <a:noFill/>
          <a:ln>
            <a:noFill/>
          </a:ln>
        </p:spPr>
      </p:pic>
      <p:pic>
        <p:nvPicPr>
          <p:cNvPr id="429" name="Google Shape;429;p44"/>
          <p:cNvPicPr preferRelativeResize="0"/>
          <p:nvPr/>
        </p:nvPicPr>
        <p:blipFill>
          <a:blip r:embed="rId4">
            <a:alphaModFix/>
          </a:blip>
          <a:stretch>
            <a:fillRect/>
          </a:stretch>
        </p:blipFill>
        <p:spPr>
          <a:xfrm>
            <a:off x="1991450" y="3420075"/>
            <a:ext cx="1625824" cy="1625824"/>
          </a:xfrm>
          <a:prstGeom prst="rect">
            <a:avLst/>
          </a:prstGeom>
          <a:noFill/>
          <a:ln>
            <a:noFill/>
          </a:ln>
        </p:spPr>
      </p:pic>
      <p:pic>
        <p:nvPicPr>
          <p:cNvPr id="430" name="Google Shape;430;p44"/>
          <p:cNvPicPr preferRelativeResize="0"/>
          <p:nvPr/>
        </p:nvPicPr>
        <p:blipFill>
          <a:blip r:embed="rId5">
            <a:alphaModFix/>
          </a:blip>
          <a:stretch>
            <a:fillRect/>
          </a:stretch>
        </p:blipFill>
        <p:spPr>
          <a:xfrm>
            <a:off x="3617275" y="3420075"/>
            <a:ext cx="1625824" cy="1625824"/>
          </a:xfrm>
          <a:prstGeom prst="rect">
            <a:avLst/>
          </a:prstGeom>
          <a:noFill/>
          <a:ln>
            <a:noFill/>
          </a:ln>
        </p:spPr>
      </p:pic>
      <p:pic>
        <p:nvPicPr>
          <p:cNvPr id="431" name="Google Shape;431;p44"/>
          <p:cNvPicPr preferRelativeResize="0"/>
          <p:nvPr/>
        </p:nvPicPr>
        <p:blipFill>
          <a:blip r:embed="rId6">
            <a:alphaModFix/>
          </a:blip>
          <a:stretch>
            <a:fillRect/>
          </a:stretch>
        </p:blipFill>
        <p:spPr>
          <a:xfrm>
            <a:off x="5243100" y="3420075"/>
            <a:ext cx="1625824" cy="1625824"/>
          </a:xfrm>
          <a:prstGeom prst="rect">
            <a:avLst/>
          </a:prstGeom>
          <a:noFill/>
          <a:ln>
            <a:noFill/>
          </a:ln>
        </p:spPr>
      </p:pic>
      <p:pic>
        <p:nvPicPr>
          <p:cNvPr id="432" name="Google Shape;432;p44"/>
          <p:cNvPicPr preferRelativeResize="0"/>
          <p:nvPr/>
        </p:nvPicPr>
        <p:blipFill>
          <a:blip r:embed="rId7">
            <a:alphaModFix/>
          </a:blip>
          <a:stretch>
            <a:fillRect/>
          </a:stretch>
        </p:blipFill>
        <p:spPr>
          <a:xfrm>
            <a:off x="6868925" y="3420075"/>
            <a:ext cx="1625824" cy="1625824"/>
          </a:xfrm>
          <a:prstGeom prst="rect">
            <a:avLst/>
          </a:prstGeom>
          <a:noFill/>
          <a:ln>
            <a:noFill/>
          </a:ln>
        </p:spPr>
      </p:pic>
      <p:graphicFrame>
        <p:nvGraphicFramePr>
          <p:cNvPr id="433" name="Google Shape;433;p44"/>
          <p:cNvGraphicFramePr/>
          <p:nvPr/>
        </p:nvGraphicFramePr>
        <p:xfrm>
          <a:off x="818675" y="1303350"/>
          <a:ext cx="3000000" cy="3000000"/>
        </p:xfrm>
        <a:graphic>
          <a:graphicData uri="http://schemas.openxmlformats.org/drawingml/2006/table">
            <a:tbl>
              <a:tblPr>
                <a:noFill/>
                <a:tableStyleId>{A69293C4-B50A-48DD-85F0-280551B3ADED}</a:tableStyleId>
              </a:tblPr>
              <a:tblGrid>
                <a:gridCol w="691925">
                  <a:extLst>
                    <a:ext uri="{9D8B030D-6E8A-4147-A177-3AD203B41FA5}">
                      <a16:colId xmlns:a16="http://schemas.microsoft.com/office/drawing/2014/main" val="20000"/>
                    </a:ext>
                  </a:extLst>
                </a:gridCol>
                <a:gridCol w="691925">
                  <a:extLst>
                    <a:ext uri="{9D8B030D-6E8A-4147-A177-3AD203B41FA5}">
                      <a16:colId xmlns:a16="http://schemas.microsoft.com/office/drawing/2014/main" val="20001"/>
                    </a:ext>
                  </a:extLst>
                </a:gridCol>
                <a:gridCol w="691925">
                  <a:extLst>
                    <a:ext uri="{9D8B030D-6E8A-4147-A177-3AD203B41FA5}">
                      <a16:colId xmlns:a16="http://schemas.microsoft.com/office/drawing/2014/main" val="20002"/>
                    </a:ext>
                  </a:extLst>
                </a:gridCol>
              </a:tblGrid>
              <a:tr h="217150">
                <a:tc>
                  <a:txBody>
                    <a:bodyPr/>
                    <a:lstStyle/>
                    <a:p>
                      <a:pPr marL="0" lvl="0" indent="0" algn="ctr" rtl="0">
                        <a:lnSpc>
                          <a:spcPct val="50000"/>
                        </a:lnSpc>
                        <a:spcBef>
                          <a:spcPts val="0"/>
                        </a:spcBef>
                        <a:spcAft>
                          <a:spcPts val="0"/>
                        </a:spcAft>
                        <a:buNone/>
                      </a:pPr>
                      <a:r>
                        <a:rPr lang="en" sz="800">
                          <a:latin typeface="Chakra Petch Medium"/>
                          <a:ea typeface="Chakra Petch Medium"/>
                          <a:cs typeface="Chakra Petch Medium"/>
                          <a:sym typeface="Chakra Petch Medium"/>
                        </a:rPr>
                        <a:t>Team</a:t>
                      </a:r>
                      <a:endParaRPr sz="800">
                        <a:latin typeface="Chakra Petch Medium"/>
                        <a:ea typeface="Chakra Petch Medium"/>
                        <a:cs typeface="Chakra Petch Medium"/>
                        <a:sym typeface="Chakra Petch Medium"/>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800">
                          <a:latin typeface="Chakra Petch Medium"/>
                          <a:ea typeface="Chakra Petch Medium"/>
                          <a:cs typeface="Chakra Petch Medium"/>
                          <a:sym typeface="Chakra Petch Medium"/>
                        </a:rPr>
                        <a:t>Kinexon%</a:t>
                      </a:r>
                      <a:endParaRPr sz="800">
                        <a:latin typeface="Chakra Petch Medium"/>
                        <a:ea typeface="Chakra Petch Medium"/>
                        <a:cs typeface="Chakra Petch Medium"/>
                        <a:sym typeface="Chakra Petch Medium"/>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800">
                          <a:latin typeface="Chakra Petch Medium"/>
                          <a:ea typeface="Chakra Petch Medium"/>
                          <a:cs typeface="Chakra Petch Medium"/>
                          <a:sym typeface="Chakra Petch Medium"/>
                        </a:rPr>
                        <a:t>Vald %</a:t>
                      </a:r>
                      <a:endParaRPr sz="800">
                        <a:latin typeface="Chakra Petch Medium"/>
                        <a:ea typeface="Chakra Petch Medium"/>
                        <a:cs typeface="Chakra Petch Medium"/>
                        <a:sym typeface="Chakra Petch Medium"/>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44300">
                <a:tc>
                  <a:txBody>
                    <a:bodyPr/>
                    <a:lstStyle/>
                    <a:p>
                      <a:pPr marL="0" lvl="0" indent="0" algn="l" rtl="0">
                        <a:lnSpc>
                          <a:spcPct val="100000"/>
                        </a:lnSpc>
                        <a:spcBef>
                          <a:spcPts val="0"/>
                        </a:spcBef>
                        <a:spcAft>
                          <a:spcPts val="0"/>
                        </a:spcAft>
                        <a:buNone/>
                      </a:pPr>
                      <a:r>
                        <a:rPr lang="en" sz="600"/>
                        <a:t>Football</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90.2</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9.84</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244300">
                <a:tc>
                  <a:txBody>
                    <a:bodyPr/>
                    <a:lstStyle/>
                    <a:p>
                      <a:pPr marL="0" lvl="0" indent="0" algn="l" rtl="0">
                        <a:lnSpc>
                          <a:spcPct val="100000"/>
                        </a:lnSpc>
                        <a:spcBef>
                          <a:spcPts val="0"/>
                        </a:spcBef>
                        <a:spcAft>
                          <a:spcPts val="0"/>
                        </a:spcAft>
                        <a:buNone/>
                      </a:pPr>
                      <a:r>
                        <a:rPr lang="en" sz="600"/>
                        <a:t>Men’s Basketball</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98.8</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1.22</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25775">
                <a:tc>
                  <a:txBody>
                    <a:bodyPr/>
                    <a:lstStyle/>
                    <a:p>
                      <a:pPr marL="0" lvl="0" indent="0" algn="l" rtl="0">
                        <a:lnSpc>
                          <a:spcPct val="100000"/>
                        </a:lnSpc>
                        <a:spcBef>
                          <a:spcPts val="0"/>
                        </a:spcBef>
                        <a:spcAft>
                          <a:spcPts val="0"/>
                        </a:spcAft>
                        <a:buNone/>
                      </a:pPr>
                      <a:r>
                        <a:rPr lang="en" sz="600"/>
                        <a:t>Women’s Basketball</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99.3</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0.674</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244300">
                <a:tc>
                  <a:txBody>
                    <a:bodyPr/>
                    <a:lstStyle/>
                    <a:p>
                      <a:pPr marL="0" lvl="0" indent="0" algn="l" rtl="0">
                        <a:lnSpc>
                          <a:spcPct val="100000"/>
                        </a:lnSpc>
                        <a:spcBef>
                          <a:spcPts val="0"/>
                        </a:spcBef>
                        <a:spcAft>
                          <a:spcPts val="0"/>
                        </a:spcAft>
                        <a:buNone/>
                      </a:pPr>
                      <a:r>
                        <a:rPr lang="en" sz="600"/>
                        <a:t>Women’s Soccer</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96.1</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3.9</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244300">
                <a:tc>
                  <a:txBody>
                    <a:bodyPr/>
                    <a:lstStyle/>
                    <a:p>
                      <a:pPr marL="0" lvl="0" indent="0" algn="l" rtl="0">
                        <a:lnSpc>
                          <a:spcPct val="100000"/>
                        </a:lnSpc>
                        <a:spcBef>
                          <a:spcPts val="0"/>
                        </a:spcBef>
                        <a:spcAft>
                          <a:spcPts val="0"/>
                        </a:spcAft>
                        <a:buNone/>
                      </a:pPr>
                      <a:r>
                        <a:rPr lang="en" sz="600"/>
                        <a:t>Men’s Soccer</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93.9</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lnSpc>
                          <a:spcPct val="50000"/>
                        </a:lnSpc>
                        <a:spcBef>
                          <a:spcPts val="0"/>
                        </a:spcBef>
                        <a:spcAft>
                          <a:spcPts val="0"/>
                        </a:spcAft>
                        <a:buNone/>
                      </a:pPr>
                      <a:r>
                        <a:rPr lang="en" sz="600"/>
                        <a:t>6.03</a:t>
                      </a:r>
                      <a:endParaRPr sz="600"/>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434" name="Google Shape;434;p44"/>
          <p:cNvPicPr preferRelativeResize="0"/>
          <p:nvPr/>
        </p:nvPicPr>
        <p:blipFill>
          <a:blip r:embed="rId8">
            <a:alphaModFix/>
          </a:blip>
          <a:stretch>
            <a:fillRect/>
          </a:stretch>
        </p:blipFill>
        <p:spPr>
          <a:xfrm>
            <a:off x="3363475" y="1778125"/>
            <a:ext cx="1587237" cy="1587237"/>
          </a:xfrm>
          <a:prstGeom prst="rect">
            <a:avLst/>
          </a:prstGeom>
          <a:noFill/>
          <a:ln>
            <a:noFill/>
          </a:ln>
        </p:spPr>
      </p:pic>
      <p:pic>
        <p:nvPicPr>
          <p:cNvPr id="435" name="Google Shape;435;p44"/>
          <p:cNvPicPr preferRelativeResize="0"/>
          <p:nvPr/>
        </p:nvPicPr>
        <p:blipFill>
          <a:blip r:embed="rId9">
            <a:alphaModFix/>
          </a:blip>
          <a:stretch>
            <a:fillRect/>
          </a:stretch>
        </p:blipFill>
        <p:spPr>
          <a:xfrm>
            <a:off x="4950700" y="1778125"/>
            <a:ext cx="1587224" cy="1587224"/>
          </a:xfrm>
          <a:prstGeom prst="rect">
            <a:avLst/>
          </a:prstGeom>
          <a:noFill/>
          <a:ln>
            <a:noFill/>
          </a:ln>
        </p:spPr>
      </p:pic>
      <p:pic>
        <p:nvPicPr>
          <p:cNvPr id="436" name="Google Shape;436;p44"/>
          <p:cNvPicPr preferRelativeResize="0"/>
          <p:nvPr/>
        </p:nvPicPr>
        <p:blipFill>
          <a:blip r:embed="rId10">
            <a:alphaModFix/>
          </a:blip>
          <a:stretch>
            <a:fillRect/>
          </a:stretch>
        </p:blipFill>
        <p:spPr>
          <a:xfrm>
            <a:off x="6537925" y="1778137"/>
            <a:ext cx="1587224" cy="158720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45"/>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42" name="Google Shape;442;p45"/>
          <p:cNvSpPr txBox="1">
            <a:spLocks noGrp="1"/>
          </p:cNvSpPr>
          <p:nvPr>
            <p:ph type="body" idx="4294967295"/>
          </p:nvPr>
        </p:nvSpPr>
        <p:spPr>
          <a:xfrm>
            <a:off x="3709825" y="1588875"/>
            <a:ext cx="4924500" cy="128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Main results with visualizations </a:t>
            </a:r>
            <a:endParaRPr/>
          </a:p>
          <a:p>
            <a:pPr marL="0" lvl="0" indent="0" algn="l" rtl="0">
              <a:spcBef>
                <a:spcPts val="0"/>
              </a:spcBef>
              <a:spcAft>
                <a:spcPts val="0"/>
              </a:spcAft>
              <a:buNone/>
            </a:pPr>
            <a:r>
              <a:rPr lang="en" sz="1500"/>
              <a:t>A weak correlation was found between left and right max force and torque vs accumulated acceleration or distance for each player and team.</a:t>
            </a:r>
            <a:endParaRPr sz="1500"/>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443" name="Google Shape;443;p45"/>
          <p:cNvSpPr txBox="1">
            <a:spLocks noGrp="1"/>
          </p:cNvSpPr>
          <p:nvPr>
            <p:ph type="title" idx="4294967295"/>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Findings</a:t>
            </a:r>
            <a:endParaRPr/>
          </a:p>
        </p:txBody>
      </p:sp>
      <p:pic>
        <p:nvPicPr>
          <p:cNvPr id="444" name="Google Shape;444;p45"/>
          <p:cNvPicPr preferRelativeResize="0"/>
          <p:nvPr/>
        </p:nvPicPr>
        <p:blipFill>
          <a:blip r:embed="rId3">
            <a:alphaModFix/>
          </a:blip>
          <a:stretch>
            <a:fillRect/>
          </a:stretch>
        </p:blipFill>
        <p:spPr>
          <a:xfrm>
            <a:off x="365625" y="1526375"/>
            <a:ext cx="1634898" cy="1634898"/>
          </a:xfrm>
          <a:prstGeom prst="rect">
            <a:avLst/>
          </a:prstGeom>
          <a:noFill/>
          <a:ln>
            <a:noFill/>
          </a:ln>
        </p:spPr>
      </p:pic>
      <p:pic>
        <p:nvPicPr>
          <p:cNvPr id="445" name="Google Shape;445;p45"/>
          <p:cNvPicPr preferRelativeResize="0"/>
          <p:nvPr/>
        </p:nvPicPr>
        <p:blipFill>
          <a:blip r:embed="rId4">
            <a:alphaModFix/>
          </a:blip>
          <a:stretch>
            <a:fillRect/>
          </a:stretch>
        </p:blipFill>
        <p:spPr>
          <a:xfrm>
            <a:off x="2000526" y="1526375"/>
            <a:ext cx="1634898" cy="1634898"/>
          </a:xfrm>
          <a:prstGeom prst="rect">
            <a:avLst/>
          </a:prstGeom>
          <a:noFill/>
          <a:ln>
            <a:noFill/>
          </a:ln>
        </p:spPr>
      </p:pic>
      <p:pic>
        <p:nvPicPr>
          <p:cNvPr id="446" name="Google Shape;446;p45"/>
          <p:cNvPicPr preferRelativeResize="0"/>
          <p:nvPr/>
        </p:nvPicPr>
        <p:blipFill>
          <a:blip r:embed="rId5">
            <a:alphaModFix/>
          </a:blip>
          <a:stretch>
            <a:fillRect/>
          </a:stretch>
        </p:blipFill>
        <p:spPr>
          <a:xfrm>
            <a:off x="365625" y="3161275"/>
            <a:ext cx="1634898" cy="1634898"/>
          </a:xfrm>
          <a:prstGeom prst="rect">
            <a:avLst/>
          </a:prstGeom>
          <a:noFill/>
          <a:ln>
            <a:noFill/>
          </a:ln>
        </p:spPr>
      </p:pic>
      <p:pic>
        <p:nvPicPr>
          <p:cNvPr id="447" name="Google Shape;447;p45"/>
          <p:cNvPicPr preferRelativeResize="0"/>
          <p:nvPr/>
        </p:nvPicPr>
        <p:blipFill>
          <a:blip r:embed="rId6">
            <a:alphaModFix/>
          </a:blip>
          <a:stretch>
            <a:fillRect/>
          </a:stretch>
        </p:blipFill>
        <p:spPr>
          <a:xfrm>
            <a:off x="2000525" y="3161275"/>
            <a:ext cx="1634898" cy="1634898"/>
          </a:xfrm>
          <a:prstGeom prst="rect">
            <a:avLst/>
          </a:prstGeom>
          <a:noFill/>
          <a:ln>
            <a:noFill/>
          </a:ln>
        </p:spPr>
      </p:pic>
      <p:pic>
        <p:nvPicPr>
          <p:cNvPr id="448" name="Google Shape;448;p45"/>
          <p:cNvPicPr preferRelativeResize="0"/>
          <p:nvPr/>
        </p:nvPicPr>
        <p:blipFill>
          <a:blip r:embed="rId7">
            <a:alphaModFix/>
          </a:blip>
          <a:stretch>
            <a:fillRect/>
          </a:stretch>
        </p:blipFill>
        <p:spPr>
          <a:xfrm>
            <a:off x="6172075" y="2614975"/>
            <a:ext cx="2138625" cy="2138625"/>
          </a:xfrm>
          <a:prstGeom prst="rect">
            <a:avLst/>
          </a:prstGeom>
          <a:noFill/>
          <a:ln>
            <a:noFill/>
          </a:ln>
        </p:spPr>
      </p:pic>
      <p:pic>
        <p:nvPicPr>
          <p:cNvPr id="449" name="Google Shape;449;p45"/>
          <p:cNvPicPr preferRelativeResize="0"/>
          <p:nvPr/>
        </p:nvPicPr>
        <p:blipFill>
          <a:blip r:embed="rId8">
            <a:alphaModFix/>
          </a:blip>
          <a:stretch>
            <a:fillRect/>
          </a:stretch>
        </p:blipFill>
        <p:spPr>
          <a:xfrm>
            <a:off x="4033450" y="2614975"/>
            <a:ext cx="2138625" cy="21386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455" name="Google Shape;455;p46"/>
          <p:cNvSpPr txBox="1">
            <a:spLocks noGrp="1"/>
          </p:cNvSpPr>
          <p:nvPr>
            <p:ph type="body" idx="4294967295"/>
          </p:nvPr>
        </p:nvSpPr>
        <p:spPr>
          <a:xfrm>
            <a:off x="226749" y="569175"/>
            <a:ext cx="2209200" cy="294600"/>
          </a:xfrm>
          <a:prstGeom prst="rect">
            <a:avLst/>
          </a:prstGeom>
        </p:spPr>
        <p:txBody>
          <a:bodyPr spcFirstLastPara="1" wrap="square" lIns="35850" tIns="35850" rIns="35850" bIns="35850" anchor="t" anchorCtr="0">
            <a:noAutofit/>
          </a:bodyPr>
          <a:lstStyle/>
          <a:p>
            <a:pPr marL="0" lvl="0" indent="179292" algn="ctr" rtl="0">
              <a:spcBef>
                <a:spcPts val="0"/>
              </a:spcBef>
              <a:spcAft>
                <a:spcPts val="0"/>
              </a:spcAft>
              <a:buNone/>
            </a:pPr>
            <a:r>
              <a:rPr lang="en" sz="806"/>
              <a:t> T-test Torque Statistical findings </a:t>
            </a:r>
            <a:endParaRPr sz="806"/>
          </a:p>
          <a:p>
            <a:pPr marL="0" lvl="0" indent="0" algn="l" rtl="0">
              <a:spcBef>
                <a:spcPts val="0"/>
              </a:spcBef>
              <a:spcAft>
                <a:spcPts val="0"/>
              </a:spcAft>
              <a:buNone/>
            </a:pPr>
            <a:endParaRPr sz="806"/>
          </a:p>
        </p:txBody>
      </p:sp>
      <p:sp>
        <p:nvSpPr>
          <p:cNvPr id="456" name="Google Shape;456;p46"/>
          <p:cNvSpPr txBox="1">
            <a:spLocks noGrp="1"/>
          </p:cNvSpPr>
          <p:nvPr>
            <p:ph type="title" idx="4294967295"/>
          </p:nvPr>
        </p:nvSpPr>
        <p:spPr>
          <a:xfrm>
            <a:off x="193675" y="58200"/>
            <a:ext cx="6963000" cy="55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a:t>Key Findings</a:t>
            </a:r>
            <a:endParaRPr sz="3600"/>
          </a:p>
        </p:txBody>
      </p:sp>
      <p:pic>
        <p:nvPicPr>
          <p:cNvPr id="457" name="Google Shape;457;p46"/>
          <p:cNvPicPr preferRelativeResize="0"/>
          <p:nvPr/>
        </p:nvPicPr>
        <p:blipFill>
          <a:blip r:embed="rId3">
            <a:alphaModFix/>
          </a:blip>
          <a:stretch>
            <a:fillRect/>
          </a:stretch>
        </p:blipFill>
        <p:spPr>
          <a:xfrm>
            <a:off x="226750" y="751175"/>
            <a:ext cx="4343850" cy="1124945"/>
          </a:xfrm>
          <a:prstGeom prst="rect">
            <a:avLst/>
          </a:prstGeom>
          <a:noFill/>
          <a:ln>
            <a:noFill/>
          </a:ln>
        </p:spPr>
      </p:pic>
      <p:pic>
        <p:nvPicPr>
          <p:cNvPr id="458" name="Google Shape;458;p46"/>
          <p:cNvPicPr preferRelativeResize="0"/>
          <p:nvPr/>
        </p:nvPicPr>
        <p:blipFill>
          <a:blip r:embed="rId4">
            <a:alphaModFix/>
          </a:blip>
          <a:stretch>
            <a:fillRect/>
          </a:stretch>
        </p:blipFill>
        <p:spPr>
          <a:xfrm>
            <a:off x="226750" y="1759350"/>
            <a:ext cx="4343860" cy="1097850"/>
          </a:xfrm>
          <a:prstGeom prst="rect">
            <a:avLst/>
          </a:prstGeom>
          <a:noFill/>
          <a:ln>
            <a:noFill/>
          </a:ln>
        </p:spPr>
      </p:pic>
      <p:sp>
        <p:nvSpPr>
          <p:cNvPr id="459" name="Google Shape;459;p46"/>
          <p:cNvSpPr txBox="1">
            <a:spLocks noGrp="1"/>
          </p:cNvSpPr>
          <p:nvPr>
            <p:ph type="body" idx="4294967295"/>
          </p:nvPr>
        </p:nvSpPr>
        <p:spPr>
          <a:xfrm>
            <a:off x="226750" y="2806150"/>
            <a:ext cx="5389500" cy="294600"/>
          </a:xfrm>
          <a:prstGeom prst="rect">
            <a:avLst/>
          </a:prstGeom>
        </p:spPr>
        <p:txBody>
          <a:bodyPr spcFirstLastPara="1" wrap="square" lIns="48975" tIns="48975" rIns="48975" bIns="48975" anchor="t" anchorCtr="0">
            <a:noAutofit/>
          </a:bodyPr>
          <a:lstStyle/>
          <a:p>
            <a:pPr marL="0" lvl="0" indent="0" algn="l" rtl="0">
              <a:spcBef>
                <a:spcPts val="0"/>
              </a:spcBef>
              <a:spcAft>
                <a:spcPts val="0"/>
              </a:spcAft>
              <a:buNone/>
            </a:pPr>
            <a:r>
              <a:rPr lang="en" sz="938"/>
              <a:t>T-test Max Force Statistical findings</a:t>
            </a:r>
            <a:r>
              <a:rPr lang="en" sz="1338"/>
              <a:t> </a:t>
            </a:r>
            <a:endParaRPr sz="1338"/>
          </a:p>
          <a:p>
            <a:pPr marL="0" lvl="0" indent="0" algn="l" rtl="0">
              <a:spcBef>
                <a:spcPts val="0"/>
              </a:spcBef>
              <a:spcAft>
                <a:spcPts val="0"/>
              </a:spcAft>
              <a:buNone/>
            </a:pPr>
            <a:endParaRPr sz="1338"/>
          </a:p>
        </p:txBody>
      </p:sp>
      <p:pic>
        <p:nvPicPr>
          <p:cNvPr id="460" name="Google Shape;460;p46"/>
          <p:cNvPicPr preferRelativeResize="0"/>
          <p:nvPr/>
        </p:nvPicPr>
        <p:blipFill>
          <a:blip r:embed="rId5">
            <a:alphaModFix/>
          </a:blip>
          <a:stretch>
            <a:fillRect/>
          </a:stretch>
        </p:blipFill>
        <p:spPr>
          <a:xfrm>
            <a:off x="221000" y="3070525"/>
            <a:ext cx="4380249" cy="1097838"/>
          </a:xfrm>
          <a:prstGeom prst="rect">
            <a:avLst/>
          </a:prstGeom>
          <a:noFill/>
          <a:ln>
            <a:noFill/>
          </a:ln>
        </p:spPr>
      </p:pic>
      <p:sp>
        <p:nvSpPr>
          <p:cNvPr id="461" name="Google Shape;461;p46"/>
          <p:cNvSpPr txBox="1"/>
          <p:nvPr/>
        </p:nvSpPr>
        <p:spPr>
          <a:xfrm>
            <a:off x="6856225" y="4929297"/>
            <a:ext cx="2752800" cy="214200"/>
          </a:xfrm>
          <a:prstGeom prst="rect">
            <a:avLst/>
          </a:prstGeom>
          <a:noFill/>
          <a:ln>
            <a:noFill/>
          </a:ln>
        </p:spPr>
        <p:txBody>
          <a:bodyPr spcFirstLastPara="1" wrap="square" lIns="48975" tIns="48975" rIns="48975" bIns="48975" anchor="t" anchorCtr="0">
            <a:spAutoFit/>
          </a:bodyPr>
          <a:lstStyle/>
          <a:p>
            <a:pPr marL="0" lvl="0" indent="0" algn="l" rtl="0">
              <a:spcBef>
                <a:spcPts val="0"/>
              </a:spcBef>
              <a:spcAft>
                <a:spcPts val="0"/>
              </a:spcAft>
              <a:buNone/>
            </a:pPr>
            <a:r>
              <a:rPr lang="en" sz="749"/>
              <a:t>https://pmc.ncbi.nlm.nih.gov/articles/PMC8488821/</a:t>
            </a:r>
            <a:endParaRPr sz="749"/>
          </a:p>
        </p:txBody>
      </p:sp>
      <p:pic>
        <p:nvPicPr>
          <p:cNvPr id="462" name="Google Shape;462;p46"/>
          <p:cNvPicPr preferRelativeResize="0"/>
          <p:nvPr/>
        </p:nvPicPr>
        <p:blipFill>
          <a:blip r:embed="rId6">
            <a:alphaModFix/>
          </a:blip>
          <a:stretch>
            <a:fillRect/>
          </a:stretch>
        </p:blipFill>
        <p:spPr>
          <a:xfrm>
            <a:off x="221000" y="4147575"/>
            <a:ext cx="4380251" cy="977400"/>
          </a:xfrm>
          <a:prstGeom prst="rect">
            <a:avLst/>
          </a:prstGeom>
          <a:noFill/>
          <a:ln>
            <a:noFill/>
          </a:ln>
        </p:spPr>
      </p:pic>
      <p:sp>
        <p:nvSpPr>
          <p:cNvPr id="463" name="Google Shape;463;p46"/>
          <p:cNvSpPr txBox="1"/>
          <p:nvPr/>
        </p:nvSpPr>
        <p:spPr>
          <a:xfrm>
            <a:off x="4628900" y="863775"/>
            <a:ext cx="4344000" cy="248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600"/>
              </a:spcBef>
              <a:spcAft>
                <a:spcPts val="0"/>
              </a:spcAft>
              <a:buNone/>
            </a:pPr>
            <a:r>
              <a:rPr lang="en" sz="1500" b="1">
                <a:solidFill>
                  <a:schemeClr val="lt1"/>
                </a:solidFill>
                <a:latin typeface="DM Sans"/>
                <a:ea typeface="DM Sans"/>
                <a:cs typeface="DM Sans"/>
                <a:sym typeface="DM Sans"/>
              </a:rPr>
              <a:t>T-test Results (P-values):</a:t>
            </a:r>
            <a:endParaRPr sz="1500" b="1">
              <a:solidFill>
                <a:schemeClr val="lt1"/>
              </a:solidFill>
              <a:latin typeface="DM Sans"/>
              <a:ea typeface="DM Sans"/>
              <a:cs typeface="DM Sans"/>
              <a:sym typeface="DM Sans"/>
            </a:endParaRPr>
          </a:p>
          <a:p>
            <a:pPr marL="457200" lvl="0" indent="-304800" algn="l" rtl="0">
              <a:lnSpc>
                <a:spcPct val="115000"/>
              </a:lnSpc>
              <a:spcBef>
                <a:spcPts val="600"/>
              </a:spcBef>
              <a:spcAft>
                <a:spcPts val="0"/>
              </a:spcAft>
              <a:buClr>
                <a:schemeClr val="lt1"/>
              </a:buClr>
              <a:buSzPts val="1200"/>
              <a:buFont typeface="DM Sans"/>
              <a:buChar char="●"/>
            </a:pPr>
            <a:r>
              <a:rPr lang="en" sz="1200">
                <a:solidFill>
                  <a:schemeClr val="lt1"/>
                </a:solidFill>
                <a:latin typeface="DM Sans"/>
                <a:ea typeface="DM Sans"/>
                <a:cs typeface="DM Sans"/>
                <a:sym typeface="DM Sans"/>
              </a:rPr>
              <a:t>accel_load_accum vs. torque_asymmetry_category: P-value = 0.8672 </a:t>
            </a:r>
            <a:endParaRPr sz="1200">
              <a:solidFill>
                <a:schemeClr val="lt1"/>
              </a:solidFill>
              <a:latin typeface="DM Sans"/>
              <a:ea typeface="DM Sans"/>
              <a:cs typeface="DM Sans"/>
              <a:sym typeface="DM Sans"/>
            </a:endParaRPr>
          </a:p>
          <a:p>
            <a:pPr marL="457200" lvl="0" indent="-304800" algn="l" rtl="0">
              <a:lnSpc>
                <a:spcPct val="115000"/>
              </a:lnSpc>
              <a:spcBef>
                <a:spcPts val="0"/>
              </a:spcBef>
              <a:spcAft>
                <a:spcPts val="0"/>
              </a:spcAft>
              <a:buClr>
                <a:schemeClr val="lt1"/>
              </a:buClr>
              <a:buSzPts val="1200"/>
              <a:buFont typeface="DM Sans"/>
              <a:buChar char="●"/>
            </a:pPr>
            <a:r>
              <a:rPr lang="en" sz="1200">
                <a:solidFill>
                  <a:schemeClr val="lt1"/>
                </a:solidFill>
                <a:latin typeface="DM Sans"/>
                <a:ea typeface="DM Sans"/>
                <a:cs typeface="DM Sans"/>
                <a:sym typeface="DM Sans"/>
              </a:rPr>
              <a:t>distance_total vs. torque_asymmetry_category: P-value = 0.3264 </a:t>
            </a:r>
            <a:endParaRPr sz="1200">
              <a:solidFill>
                <a:schemeClr val="lt1"/>
              </a:solidFill>
              <a:latin typeface="DM Sans"/>
              <a:ea typeface="DM Sans"/>
              <a:cs typeface="DM Sans"/>
              <a:sym typeface="DM Sans"/>
            </a:endParaRPr>
          </a:p>
          <a:p>
            <a:pPr marL="457200" lvl="0" indent="-304800" algn="l" rtl="0">
              <a:lnSpc>
                <a:spcPct val="115000"/>
              </a:lnSpc>
              <a:spcBef>
                <a:spcPts val="0"/>
              </a:spcBef>
              <a:spcAft>
                <a:spcPts val="0"/>
              </a:spcAft>
              <a:buClr>
                <a:schemeClr val="lt1"/>
              </a:buClr>
              <a:buSzPts val="1200"/>
              <a:buFont typeface="DM Sans"/>
              <a:buChar char="●"/>
            </a:pPr>
            <a:r>
              <a:rPr lang="en" sz="1200">
                <a:solidFill>
                  <a:schemeClr val="lt1"/>
                </a:solidFill>
                <a:latin typeface="DM Sans"/>
                <a:ea typeface="DM Sans"/>
                <a:cs typeface="DM Sans"/>
                <a:sym typeface="DM Sans"/>
              </a:rPr>
              <a:t>accel_load_accum vs. max_force_asymmetry_category: P-value = 0.9979 </a:t>
            </a:r>
            <a:endParaRPr sz="1200">
              <a:solidFill>
                <a:schemeClr val="lt1"/>
              </a:solidFill>
              <a:latin typeface="DM Sans"/>
              <a:ea typeface="DM Sans"/>
              <a:cs typeface="DM Sans"/>
              <a:sym typeface="DM Sans"/>
            </a:endParaRPr>
          </a:p>
          <a:p>
            <a:pPr marL="457200" lvl="0" indent="-304800" algn="l" rtl="0">
              <a:lnSpc>
                <a:spcPct val="115000"/>
              </a:lnSpc>
              <a:spcBef>
                <a:spcPts val="0"/>
              </a:spcBef>
              <a:spcAft>
                <a:spcPts val="0"/>
              </a:spcAft>
              <a:buClr>
                <a:schemeClr val="lt1"/>
              </a:buClr>
              <a:buSzPts val="1200"/>
              <a:buFont typeface="DM Sans"/>
              <a:buChar char="●"/>
            </a:pPr>
            <a:r>
              <a:rPr lang="en" sz="1200">
                <a:solidFill>
                  <a:schemeClr val="lt1"/>
                </a:solidFill>
                <a:latin typeface="DM Sans"/>
                <a:ea typeface="DM Sans"/>
                <a:cs typeface="DM Sans"/>
                <a:sym typeface="DM Sans"/>
              </a:rPr>
              <a:t>distance_total vs. max_force_asymmetry_category: P-value = 0.4202</a:t>
            </a:r>
            <a:endParaRPr sz="1200">
              <a:solidFill>
                <a:schemeClr val="lt1"/>
              </a:solidFill>
              <a:latin typeface="DM Sans"/>
              <a:ea typeface="DM Sans"/>
              <a:cs typeface="DM Sans"/>
              <a:sym typeface="DM Sans"/>
            </a:endParaRPr>
          </a:p>
          <a:p>
            <a:pPr marL="0" lvl="0" indent="0" algn="l" rtl="0">
              <a:lnSpc>
                <a:spcPct val="115000"/>
              </a:lnSpc>
              <a:spcBef>
                <a:spcPts val="600"/>
              </a:spcBef>
              <a:spcAft>
                <a:spcPts val="600"/>
              </a:spcAft>
              <a:buNone/>
            </a:pPr>
            <a:r>
              <a:rPr lang="en" sz="1200">
                <a:solidFill>
                  <a:schemeClr val="lt1"/>
                </a:solidFill>
                <a:latin typeface="DM Sans"/>
                <a:ea typeface="DM Sans"/>
                <a:cs typeface="DM Sans"/>
                <a:sym typeface="DM Sans"/>
              </a:rPr>
              <a:t>P-value is greater than 0.05</a:t>
            </a:r>
            <a:endParaRPr sz="1800"/>
          </a:p>
        </p:txBody>
      </p:sp>
      <p:sp>
        <p:nvSpPr>
          <p:cNvPr id="464" name="Google Shape;464;p46"/>
          <p:cNvSpPr txBox="1"/>
          <p:nvPr/>
        </p:nvSpPr>
        <p:spPr>
          <a:xfrm>
            <a:off x="4391300" y="1238600"/>
            <a:ext cx="48000" cy="17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500">
              <a:solidFill>
                <a:schemeClr val="lt1"/>
              </a:solidFill>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4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70" name="Google Shape;470;p47"/>
          <p:cNvSpPr txBox="1">
            <a:spLocks noGrp="1"/>
          </p:cNvSpPr>
          <p:nvPr>
            <p:ph type="body" idx="4294967295"/>
          </p:nvPr>
        </p:nvSpPr>
        <p:spPr>
          <a:xfrm>
            <a:off x="-246925" y="1061175"/>
            <a:ext cx="3810600" cy="1982700"/>
          </a:xfrm>
          <a:prstGeom prst="rect">
            <a:avLst/>
          </a:prstGeom>
        </p:spPr>
        <p:txBody>
          <a:bodyPr spcFirstLastPara="1" wrap="square" lIns="46375" tIns="46375" rIns="46375" bIns="46375" anchor="t" anchorCtr="0">
            <a:noAutofit/>
          </a:bodyPr>
          <a:lstStyle/>
          <a:p>
            <a:pPr marL="0" lvl="0" indent="0" algn="l" rtl="0">
              <a:spcBef>
                <a:spcPts val="0"/>
              </a:spcBef>
              <a:spcAft>
                <a:spcPts val="0"/>
              </a:spcAft>
              <a:buNone/>
            </a:pPr>
            <a:r>
              <a:rPr lang="en" sz="1138"/>
              <a:t>        Regression Test Torque Statistical findings</a:t>
            </a:r>
            <a:endParaRPr sz="1100"/>
          </a:p>
          <a:p>
            <a:pPr marL="0" lvl="0" indent="0" algn="l" rtl="0">
              <a:spcBef>
                <a:spcPts val="0"/>
              </a:spcBef>
              <a:spcAft>
                <a:spcPts val="0"/>
              </a:spcAft>
              <a:buNone/>
            </a:pPr>
            <a:endParaRPr sz="1068"/>
          </a:p>
        </p:txBody>
      </p:sp>
      <p:sp>
        <p:nvSpPr>
          <p:cNvPr id="471" name="Google Shape;471;p47"/>
          <p:cNvSpPr txBox="1">
            <a:spLocks noGrp="1"/>
          </p:cNvSpPr>
          <p:nvPr>
            <p:ph type="title" idx="4294967295"/>
          </p:nvPr>
        </p:nvSpPr>
        <p:spPr>
          <a:xfrm>
            <a:off x="916725" y="248700"/>
            <a:ext cx="6963000" cy="55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a:t>Key Findings</a:t>
            </a:r>
            <a:endParaRPr sz="3600"/>
          </a:p>
        </p:txBody>
      </p:sp>
      <p:sp>
        <p:nvSpPr>
          <p:cNvPr id="472" name="Google Shape;472;p47"/>
          <p:cNvSpPr txBox="1">
            <a:spLocks noGrp="1"/>
          </p:cNvSpPr>
          <p:nvPr>
            <p:ph type="body" idx="4294967295"/>
          </p:nvPr>
        </p:nvSpPr>
        <p:spPr>
          <a:xfrm>
            <a:off x="3191975" y="1056288"/>
            <a:ext cx="4412400" cy="1580700"/>
          </a:xfrm>
          <a:prstGeom prst="rect">
            <a:avLst/>
          </a:prstGeom>
        </p:spPr>
        <p:txBody>
          <a:bodyPr spcFirstLastPara="1" wrap="square" lIns="48975" tIns="48975" rIns="48975" bIns="48975" anchor="t" anchorCtr="0">
            <a:noAutofit/>
          </a:bodyPr>
          <a:lstStyle/>
          <a:p>
            <a:pPr marL="0" lvl="0" indent="0" algn="l" rtl="0">
              <a:spcBef>
                <a:spcPts val="0"/>
              </a:spcBef>
              <a:spcAft>
                <a:spcPts val="0"/>
              </a:spcAft>
              <a:buNone/>
            </a:pPr>
            <a:r>
              <a:rPr lang="en" sz="1138"/>
              <a:t>       Regression Test Max Force Statistical findings</a:t>
            </a:r>
            <a:endParaRPr sz="1138"/>
          </a:p>
          <a:p>
            <a:pPr marL="0" lvl="0" indent="0" algn="l" rtl="0">
              <a:spcBef>
                <a:spcPts val="0"/>
              </a:spcBef>
              <a:spcAft>
                <a:spcPts val="0"/>
              </a:spcAft>
              <a:buNone/>
            </a:pPr>
            <a:endParaRPr sz="1338"/>
          </a:p>
        </p:txBody>
      </p:sp>
      <p:pic>
        <p:nvPicPr>
          <p:cNvPr id="473" name="Google Shape;473;p47"/>
          <p:cNvPicPr preferRelativeResize="0"/>
          <p:nvPr/>
        </p:nvPicPr>
        <p:blipFill>
          <a:blip r:embed="rId3">
            <a:alphaModFix/>
          </a:blip>
          <a:stretch>
            <a:fillRect/>
          </a:stretch>
        </p:blipFill>
        <p:spPr>
          <a:xfrm>
            <a:off x="144375" y="1304200"/>
            <a:ext cx="3000001" cy="1640538"/>
          </a:xfrm>
          <a:prstGeom prst="rect">
            <a:avLst/>
          </a:prstGeom>
          <a:noFill/>
          <a:ln>
            <a:noFill/>
          </a:ln>
        </p:spPr>
      </p:pic>
      <p:pic>
        <p:nvPicPr>
          <p:cNvPr id="474" name="Google Shape;474;p47"/>
          <p:cNvPicPr preferRelativeResize="0"/>
          <p:nvPr/>
        </p:nvPicPr>
        <p:blipFill>
          <a:blip r:embed="rId4">
            <a:alphaModFix/>
          </a:blip>
          <a:stretch>
            <a:fillRect/>
          </a:stretch>
        </p:blipFill>
        <p:spPr>
          <a:xfrm>
            <a:off x="144375" y="2944749"/>
            <a:ext cx="3000000" cy="1751218"/>
          </a:xfrm>
          <a:prstGeom prst="rect">
            <a:avLst/>
          </a:prstGeom>
          <a:noFill/>
          <a:ln>
            <a:noFill/>
          </a:ln>
        </p:spPr>
      </p:pic>
      <p:pic>
        <p:nvPicPr>
          <p:cNvPr id="475" name="Google Shape;475;p47"/>
          <p:cNvPicPr preferRelativeResize="0"/>
          <p:nvPr/>
        </p:nvPicPr>
        <p:blipFill>
          <a:blip r:embed="rId5">
            <a:alphaModFix/>
          </a:blip>
          <a:stretch>
            <a:fillRect/>
          </a:stretch>
        </p:blipFill>
        <p:spPr>
          <a:xfrm>
            <a:off x="3508500" y="1282350"/>
            <a:ext cx="3055175" cy="1736129"/>
          </a:xfrm>
          <a:prstGeom prst="rect">
            <a:avLst/>
          </a:prstGeom>
          <a:noFill/>
          <a:ln>
            <a:noFill/>
          </a:ln>
        </p:spPr>
      </p:pic>
      <p:pic>
        <p:nvPicPr>
          <p:cNvPr id="476" name="Google Shape;476;p47"/>
          <p:cNvPicPr preferRelativeResize="0"/>
          <p:nvPr/>
        </p:nvPicPr>
        <p:blipFill>
          <a:blip r:embed="rId6">
            <a:alphaModFix/>
          </a:blip>
          <a:stretch>
            <a:fillRect/>
          </a:stretch>
        </p:blipFill>
        <p:spPr>
          <a:xfrm>
            <a:off x="3508511" y="2985575"/>
            <a:ext cx="3055165" cy="1751225"/>
          </a:xfrm>
          <a:prstGeom prst="rect">
            <a:avLst/>
          </a:prstGeom>
          <a:noFill/>
          <a:ln>
            <a:noFill/>
          </a:ln>
        </p:spPr>
      </p:pic>
      <p:sp>
        <p:nvSpPr>
          <p:cNvPr id="477" name="Google Shape;477;p47"/>
          <p:cNvSpPr txBox="1"/>
          <p:nvPr/>
        </p:nvSpPr>
        <p:spPr>
          <a:xfrm>
            <a:off x="322775" y="4949858"/>
            <a:ext cx="2869200" cy="214200"/>
          </a:xfrm>
          <a:prstGeom prst="rect">
            <a:avLst/>
          </a:prstGeom>
          <a:noFill/>
          <a:ln>
            <a:noFill/>
          </a:ln>
        </p:spPr>
        <p:txBody>
          <a:bodyPr spcFirstLastPara="1" wrap="square" lIns="48975" tIns="48975" rIns="48975" bIns="48975" anchor="t" anchorCtr="0">
            <a:spAutoFit/>
          </a:bodyPr>
          <a:lstStyle/>
          <a:p>
            <a:pPr marL="0" lvl="0" indent="0" algn="l" rtl="0">
              <a:spcBef>
                <a:spcPts val="0"/>
              </a:spcBef>
              <a:spcAft>
                <a:spcPts val="0"/>
              </a:spcAft>
              <a:buNone/>
            </a:pPr>
            <a:r>
              <a:rPr lang="en" sz="749"/>
              <a:t>https://pmc.ncbi.nlm.nih.gov/articles/PMC8488821/</a:t>
            </a:r>
            <a:endParaRPr sz="749"/>
          </a:p>
        </p:txBody>
      </p:sp>
      <p:sp>
        <p:nvSpPr>
          <p:cNvPr id="478" name="Google Shape;478;p47"/>
          <p:cNvSpPr txBox="1"/>
          <p:nvPr/>
        </p:nvSpPr>
        <p:spPr>
          <a:xfrm>
            <a:off x="6590025" y="1282350"/>
            <a:ext cx="2429700" cy="350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600"/>
              </a:spcBef>
              <a:spcAft>
                <a:spcPts val="0"/>
              </a:spcAft>
              <a:buNone/>
            </a:pPr>
            <a:r>
              <a:rPr lang="en" sz="1200" b="1" dirty="0">
                <a:solidFill>
                  <a:schemeClr val="lt1"/>
                </a:solidFill>
                <a:latin typeface="DM Sans"/>
                <a:ea typeface="DM Sans"/>
                <a:cs typeface="DM Sans"/>
                <a:sym typeface="DM Sans"/>
              </a:rPr>
              <a:t>Linear Regression Results (P-values and R-square values):</a:t>
            </a:r>
            <a:endParaRPr sz="1200" b="1" dirty="0">
              <a:solidFill>
                <a:schemeClr val="lt1"/>
              </a:solidFill>
              <a:latin typeface="DM Sans"/>
              <a:ea typeface="DM Sans"/>
              <a:cs typeface="DM Sans"/>
              <a:sym typeface="DM Sans"/>
            </a:endParaRPr>
          </a:p>
          <a:p>
            <a:pPr marL="457200" lvl="0" indent="-285750" algn="l" rtl="0">
              <a:lnSpc>
                <a:spcPct val="115000"/>
              </a:lnSpc>
              <a:spcBef>
                <a:spcPts val="600"/>
              </a:spcBef>
              <a:spcAft>
                <a:spcPts val="0"/>
              </a:spcAft>
              <a:buClr>
                <a:schemeClr val="lt1"/>
              </a:buClr>
              <a:buSzPts val="900"/>
              <a:buFont typeface="DM Sans"/>
              <a:buChar char="●"/>
            </a:pPr>
            <a:r>
              <a:rPr lang="en" sz="900" dirty="0">
                <a:solidFill>
                  <a:schemeClr val="lt1"/>
                </a:solidFill>
                <a:latin typeface="DM Sans"/>
                <a:ea typeface="DM Sans"/>
                <a:cs typeface="DM Sans"/>
                <a:sym typeface="DM Sans"/>
              </a:rPr>
              <a:t>accel_load_accum vs. </a:t>
            </a:r>
            <a:endParaRPr sz="1100" dirty="0"/>
          </a:p>
          <a:p>
            <a:pPr marL="457200" lvl="0" indent="-285750" algn="l" rtl="0">
              <a:lnSpc>
                <a:spcPct val="115000"/>
              </a:lnSpc>
              <a:spcBef>
                <a:spcPts val="0"/>
              </a:spcBef>
              <a:spcAft>
                <a:spcPts val="0"/>
              </a:spcAft>
              <a:buClr>
                <a:schemeClr val="lt1"/>
              </a:buClr>
              <a:buSzPts val="900"/>
              <a:buFont typeface="DM Sans"/>
              <a:buChar char="●"/>
            </a:pPr>
            <a:r>
              <a:rPr lang="en" sz="900" dirty="0">
                <a:solidFill>
                  <a:schemeClr val="lt1"/>
                </a:solidFill>
                <a:latin typeface="DM Sans"/>
                <a:ea typeface="DM Sans"/>
                <a:cs typeface="DM Sans"/>
                <a:sym typeface="DM Sans"/>
              </a:rPr>
              <a:t>avg_torque_asymmetry: P-value = 0.1191 ; R-squared = 0.003805</a:t>
            </a:r>
            <a:endParaRPr sz="900" dirty="0">
              <a:solidFill>
                <a:schemeClr val="lt1"/>
              </a:solidFill>
              <a:latin typeface="DM Sans"/>
              <a:ea typeface="DM Sans"/>
              <a:cs typeface="DM Sans"/>
              <a:sym typeface="DM Sans"/>
            </a:endParaRPr>
          </a:p>
          <a:p>
            <a:pPr marL="457200" lvl="0" indent="-285750" algn="l" rtl="0">
              <a:lnSpc>
                <a:spcPct val="115000"/>
              </a:lnSpc>
              <a:spcBef>
                <a:spcPts val="0"/>
              </a:spcBef>
              <a:spcAft>
                <a:spcPts val="0"/>
              </a:spcAft>
              <a:buClr>
                <a:schemeClr val="lt1"/>
              </a:buClr>
              <a:buSzPts val="900"/>
              <a:buFont typeface="DM Sans"/>
              <a:buChar char="●"/>
            </a:pPr>
            <a:r>
              <a:rPr lang="en" sz="900" dirty="0">
                <a:solidFill>
                  <a:schemeClr val="lt1"/>
                </a:solidFill>
                <a:latin typeface="DM Sans"/>
                <a:ea typeface="DM Sans"/>
                <a:cs typeface="DM Sans"/>
                <a:sym typeface="DM Sans"/>
              </a:rPr>
              <a:t>distance_total vs. avg_torque_asymmetry: P-value = 0.0404 ; R-squared = 0.008872 </a:t>
            </a:r>
            <a:endParaRPr sz="900" dirty="0">
              <a:solidFill>
                <a:schemeClr val="lt1"/>
              </a:solidFill>
              <a:latin typeface="DM Sans"/>
              <a:ea typeface="DM Sans"/>
              <a:cs typeface="DM Sans"/>
              <a:sym typeface="DM Sans"/>
            </a:endParaRPr>
          </a:p>
          <a:p>
            <a:pPr marL="457200" lvl="0" indent="-285750" algn="l" rtl="0">
              <a:lnSpc>
                <a:spcPct val="115000"/>
              </a:lnSpc>
              <a:spcBef>
                <a:spcPts val="0"/>
              </a:spcBef>
              <a:spcAft>
                <a:spcPts val="0"/>
              </a:spcAft>
              <a:buClr>
                <a:schemeClr val="lt1"/>
              </a:buClr>
              <a:buSzPts val="900"/>
              <a:buFont typeface="DM Sans"/>
              <a:buChar char="●"/>
            </a:pPr>
            <a:r>
              <a:rPr lang="en" sz="900" dirty="0">
                <a:solidFill>
                  <a:schemeClr val="lt1"/>
                </a:solidFill>
                <a:latin typeface="DM Sans"/>
                <a:ea typeface="DM Sans"/>
                <a:cs typeface="DM Sans"/>
                <a:sym typeface="DM Sans"/>
              </a:rPr>
              <a:t>accel_load_accum vs. avg_max_force_asymmetry: P-value = 0.05434 ; R-squared = 0.007393</a:t>
            </a:r>
            <a:endParaRPr sz="900" dirty="0">
              <a:solidFill>
                <a:schemeClr val="lt1"/>
              </a:solidFill>
              <a:latin typeface="DM Sans"/>
              <a:ea typeface="DM Sans"/>
              <a:cs typeface="DM Sans"/>
              <a:sym typeface="DM Sans"/>
            </a:endParaRPr>
          </a:p>
          <a:p>
            <a:pPr marL="457200" lvl="0" indent="-285750" algn="l" rtl="0">
              <a:lnSpc>
                <a:spcPct val="115000"/>
              </a:lnSpc>
              <a:spcBef>
                <a:spcPts val="0"/>
              </a:spcBef>
              <a:spcAft>
                <a:spcPts val="0"/>
              </a:spcAft>
              <a:buClr>
                <a:schemeClr val="lt1"/>
              </a:buClr>
              <a:buSzPts val="900"/>
              <a:buFont typeface="DM Sans"/>
              <a:buChar char="●"/>
            </a:pPr>
            <a:r>
              <a:rPr lang="en" sz="900" dirty="0">
                <a:solidFill>
                  <a:schemeClr val="lt1"/>
                </a:solidFill>
                <a:latin typeface="DM Sans"/>
                <a:ea typeface="DM Sans"/>
                <a:cs typeface="DM Sans"/>
                <a:sym typeface="DM Sans"/>
              </a:rPr>
              <a:t>distance_total vs. avg_max_force_asymmetry: P-value = 0.05434 ; R-squared = 0.007393 </a:t>
            </a:r>
            <a:endParaRPr sz="900" dirty="0">
              <a:solidFill>
                <a:schemeClr val="lt1"/>
              </a:solidFill>
              <a:latin typeface="DM Sans"/>
              <a:ea typeface="DM Sans"/>
              <a:cs typeface="DM Sans"/>
              <a:sym typeface="DM Sans"/>
            </a:endParaRPr>
          </a:p>
          <a:p>
            <a:pPr marL="0" lvl="0" indent="0" algn="l" rtl="0">
              <a:lnSpc>
                <a:spcPct val="115000"/>
              </a:lnSpc>
              <a:spcBef>
                <a:spcPts val="600"/>
              </a:spcBef>
              <a:spcAft>
                <a:spcPts val="600"/>
              </a:spcAft>
              <a:buNone/>
            </a:pPr>
            <a:r>
              <a:rPr lang="en" sz="900" dirty="0">
                <a:solidFill>
                  <a:schemeClr val="lt1"/>
                </a:solidFill>
                <a:latin typeface="DM Sans"/>
                <a:ea typeface="DM Sans"/>
                <a:cs typeface="DM Sans"/>
                <a:sym typeface="DM Sans"/>
              </a:rPr>
              <a:t>P-value is greater than 0.05</a:t>
            </a:r>
            <a:br>
              <a:rPr lang="en" sz="900" dirty="0">
                <a:solidFill>
                  <a:schemeClr val="lt1"/>
                </a:solidFill>
                <a:latin typeface="DM Sans"/>
                <a:ea typeface="DM Sans"/>
                <a:cs typeface="DM Sans"/>
                <a:sym typeface="DM Sans"/>
              </a:rPr>
            </a:br>
            <a:r>
              <a:rPr lang="en" sz="900" dirty="0">
                <a:solidFill>
                  <a:schemeClr val="lt1"/>
                </a:solidFill>
                <a:latin typeface="DM Sans"/>
                <a:ea typeface="DM Sans"/>
                <a:cs typeface="DM Sans"/>
                <a:sym typeface="DM Sans"/>
              </a:rPr>
              <a:t>R-square lower than 0.3</a:t>
            </a:r>
            <a:endParaRPr sz="900" dirty="0">
              <a:solidFill>
                <a:schemeClr val="lt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455" name="Google Shape;455;p46"/>
          <p:cNvSpPr txBox="1">
            <a:spLocks noGrp="1"/>
          </p:cNvSpPr>
          <p:nvPr>
            <p:ph type="body" idx="4294967295"/>
          </p:nvPr>
        </p:nvSpPr>
        <p:spPr>
          <a:xfrm>
            <a:off x="193674" y="692549"/>
            <a:ext cx="2701925" cy="228477"/>
          </a:xfrm>
          <a:prstGeom prst="rect">
            <a:avLst/>
          </a:prstGeom>
        </p:spPr>
        <p:txBody>
          <a:bodyPr spcFirstLastPara="1" wrap="square" lIns="35850" tIns="35850" rIns="35850" bIns="35850" anchor="t" anchorCtr="0">
            <a:noAutofit/>
          </a:bodyPr>
          <a:lstStyle/>
          <a:p>
            <a:pPr marL="0" lvl="0" indent="179292" algn="ctr" rtl="0">
              <a:spcBef>
                <a:spcPts val="0"/>
              </a:spcBef>
              <a:spcAft>
                <a:spcPts val="0"/>
              </a:spcAft>
              <a:buNone/>
            </a:pPr>
            <a:r>
              <a:rPr lang="en-US" sz="806" dirty="0" smtClean="0"/>
              <a:t>Linear Regression </a:t>
            </a:r>
            <a:r>
              <a:rPr lang="en-US" sz="806" dirty="0" err="1" smtClean="0"/>
              <a:t>MaxForce</a:t>
            </a:r>
            <a:r>
              <a:rPr lang="en-US" sz="806" dirty="0" smtClean="0"/>
              <a:t> and Torque</a:t>
            </a:r>
            <a:endParaRPr sz="806" dirty="0"/>
          </a:p>
          <a:p>
            <a:pPr marL="0" lvl="0" indent="0" algn="l" rtl="0">
              <a:spcBef>
                <a:spcPts val="0"/>
              </a:spcBef>
              <a:spcAft>
                <a:spcPts val="0"/>
              </a:spcAft>
              <a:buNone/>
            </a:pPr>
            <a:endParaRPr sz="806" dirty="0"/>
          </a:p>
        </p:txBody>
      </p:sp>
      <p:sp>
        <p:nvSpPr>
          <p:cNvPr id="456" name="Google Shape;456;p46"/>
          <p:cNvSpPr txBox="1">
            <a:spLocks noGrp="1"/>
          </p:cNvSpPr>
          <p:nvPr>
            <p:ph type="title" idx="4294967295"/>
          </p:nvPr>
        </p:nvSpPr>
        <p:spPr>
          <a:xfrm>
            <a:off x="193675" y="58200"/>
            <a:ext cx="6963000" cy="55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600"/>
              <a:t>Key Findings</a:t>
            </a:r>
            <a:endParaRPr sz="3600"/>
          </a:p>
        </p:txBody>
      </p:sp>
      <p:sp>
        <p:nvSpPr>
          <p:cNvPr id="461" name="Google Shape;461;p46"/>
          <p:cNvSpPr txBox="1"/>
          <p:nvPr/>
        </p:nvSpPr>
        <p:spPr>
          <a:xfrm>
            <a:off x="6856225" y="4929297"/>
            <a:ext cx="2752800" cy="214200"/>
          </a:xfrm>
          <a:prstGeom prst="rect">
            <a:avLst/>
          </a:prstGeom>
          <a:noFill/>
          <a:ln>
            <a:noFill/>
          </a:ln>
        </p:spPr>
        <p:txBody>
          <a:bodyPr spcFirstLastPara="1" wrap="square" lIns="48975" tIns="48975" rIns="48975" bIns="48975" anchor="t" anchorCtr="0">
            <a:spAutoFit/>
          </a:bodyPr>
          <a:lstStyle/>
          <a:p>
            <a:pPr marL="0" lvl="0" indent="0" algn="l" rtl="0">
              <a:spcBef>
                <a:spcPts val="0"/>
              </a:spcBef>
              <a:spcAft>
                <a:spcPts val="0"/>
              </a:spcAft>
              <a:buNone/>
            </a:pPr>
            <a:r>
              <a:rPr lang="en" sz="749"/>
              <a:t>https://pmc.ncbi.nlm.nih.gov/articles/PMC8488821/</a:t>
            </a:r>
            <a:endParaRPr sz="749"/>
          </a:p>
        </p:txBody>
      </p:sp>
      <p:sp>
        <p:nvSpPr>
          <p:cNvPr id="463" name="Google Shape;463;p46"/>
          <p:cNvSpPr txBox="1"/>
          <p:nvPr/>
        </p:nvSpPr>
        <p:spPr>
          <a:xfrm>
            <a:off x="4628900" y="863775"/>
            <a:ext cx="4344000" cy="2379852"/>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600"/>
              </a:spcBef>
              <a:spcAft>
                <a:spcPts val="0"/>
              </a:spcAft>
              <a:buNone/>
            </a:pPr>
            <a:r>
              <a:rPr lang="en" sz="1500" b="1" dirty="0" smtClean="0">
                <a:solidFill>
                  <a:schemeClr val="lt1"/>
                </a:solidFill>
                <a:latin typeface="DM Sans"/>
                <a:ea typeface="DM Sans"/>
                <a:cs typeface="DM Sans"/>
                <a:sym typeface="DM Sans"/>
              </a:rPr>
              <a:t>Linear Regression Results (P-values</a:t>
            </a:r>
            <a:r>
              <a:rPr lang="en" sz="1500" b="1" dirty="0">
                <a:solidFill>
                  <a:schemeClr val="lt1"/>
                </a:solidFill>
                <a:latin typeface="DM Sans"/>
                <a:ea typeface="DM Sans"/>
                <a:cs typeface="DM Sans"/>
                <a:sym typeface="DM Sans"/>
              </a:rPr>
              <a:t>):</a:t>
            </a:r>
            <a:endParaRPr sz="1500" b="1" dirty="0">
              <a:solidFill>
                <a:schemeClr val="lt1"/>
              </a:solidFill>
              <a:latin typeface="DM Sans"/>
              <a:ea typeface="DM Sans"/>
              <a:cs typeface="DM Sans"/>
              <a:sym typeface="DM Sans"/>
            </a:endParaRPr>
          </a:p>
          <a:p>
            <a:pPr marL="457200" lvl="0" indent="-304800">
              <a:lnSpc>
                <a:spcPct val="115000"/>
              </a:lnSpc>
              <a:spcBef>
                <a:spcPts val="600"/>
              </a:spcBef>
              <a:buClr>
                <a:schemeClr val="lt1"/>
              </a:buClr>
              <a:buSzPts val="1200"/>
              <a:buFont typeface="DM Sans"/>
              <a:buChar char="●"/>
            </a:pPr>
            <a:r>
              <a:rPr lang="en" sz="1200" dirty="0" smtClean="0">
                <a:solidFill>
                  <a:schemeClr val="lt1"/>
                </a:solidFill>
                <a:latin typeface="DM Sans"/>
                <a:ea typeface="DM Sans"/>
                <a:cs typeface="DM Sans"/>
                <a:sym typeface="DM Sans"/>
              </a:rPr>
              <a:t>leftMaxForce </a:t>
            </a:r>
            <a:r>
              <a:rPr lang="en" sz="1200" dirty="0">
                <a:solidFill>
                  <a:schemeClr val="lt1"/>
                </a:solidFill>
                <a:latin typeface="DM Sans"/>
                <a:ea typeface="DM Sans"/>
                <a:cs typeface="DM Sans"/>
                <a:sym typeface="DM Sans"/>
              </a:rPr>
              <a:t>vs. </a:t>
            </a:r>
            <a:r>
              <a:rPr lang="en" sz="1200" dirty="0" smtClean="0">
                <a:solidFill>
                  <a:schemeClr val="lt1"/>
                </a:solidFill>
                <a:latin typeface="DM Sans"/>
                <a:ea typeface="DM Sans"/>
                <a:cs typeface="DM Sans"/>
                <a:sym typeface="DM Sans"/>
              </a:rPr>
              <a:t>left</a:t>
            </a:r>
            <a:r>
              <a:rPr lang="en" sz="1200" dirty="0" smtClean="0">
                <a:solidFill>
                  <a:schemeClr val="lt1"/>
                </a:solidFill>
                <a:latin typeface="DM Sans"/>
                <a:ea typeface="DM Sans"/>
                <a:cs typeface="DM Sans"/>
                <a:sym typeface="DM Sans"/>
              </a:rPr>
              <a:t>Torque: </a:t>
            </a:r>
            <a:r>
              <a:rPr lang="en" sz="1200" dirty="0">
                <a:solidFill>
                  <a:schemeClr val="lt1"/>
                </a:solidFill>
                <a:latin typeface="DM Sans"/>
                <a:ea typeface="DM Sans"/>
                <a:cs typeface="DM Sans"/>
                <a:sym typeface="DM Sans"/>
              </a:rPr>
              <a:t>P-value </a:t>
            </a:r>
            <a:r>
              <a:rPr lang="en" sz="1200" dirty="0" smtClean="0">
                <a:solidFill>
                  <a:schemeClr val="lt1"/>
                </a:solidFill>
                <a:latin typeface="DM Sans"/>
                <a:ea typeface="DM Sans"/>
                <a:cs typeface="DM Sans"/>
                <a:sym typeface="DM Sans"/>
              </a:rPr>
              <a:t>&lt; 2.2e-16 </a:t>
            </a:r>
            <a:r>
              <a:rPr lang="en" sz="1200" dirty="0">
                <a:solidFill>
                  <a:schemeClr val="lt1"/>
                </a:solidFill>
                <a:latin typeface="DM Sans"/>
                <a:ea typeface="DM Sans"/>
                <a:cs typeface="DM Sans"/>
                <a:sym typeface="DM Sans"/>
              </a:rPr>
              <a:t>; R-squared = </a:t>
            </a:r>
            <a:r>
              <a:rPr lang="en" sz="1200" dirty="0" smtClean="0">
                <a:solidFill>
                  <a:schemeClr val="lt1"/>
                </a:solidFill>
                <a:latin typeface="DM Sans"/>
                <a:ea typeface="DM Sans"/>
                <a:cs typeface="DM Sans"/>
                <a:sym typeface="DM Sans"/>
              </a:rPr>
              <a:t>0.95</a:t>
            </a:r>
          </a:p>
          <a:p>
            <a:pPr marL="152400" lvl="0">
              <a:lnSpc>
                <a:spcPct val="115000"/>
              </a:lnSpc>
              <a:spcBef>
                <a:spcPts val="600"/>
              </a:spcBef>
              <a:buClr>
                <a:schemeClr val="lt1"/>
              </a:buClr>
              <a:buSzPts val="1200"/>
            </a:pPr>
            <a:endParaRPr sz="1200" dirty="0">
              <a:solidFill>
                <a:schemeClr val="lt1"/>
              </a:solidFill>
              <a:latin typeface="DM Sans"/>
              <a:ea typeface="DM Sans"/>
              <a:cs typeface="DM Sans"/>
              <a:sym typeface="DM Sans"/>
            </a:endParaRPr>
          </a:p>
          <a:p>
            <a:pPr marL="457200" lvl="0" indent="-304800">
              <a:lnSpc>
                <a:spcPct val="115000"/>
              </a:lnSpc>
              <a:buClr>
                <a:schemeClr val="lt1"/>
              </a:buClr>
              <a:buSzPts val="1200"/>
              <a:buFont typeface="DM Sans"/>
              <a:buChar char="●"/>
            </a:pPr>
            <a:r>
              <a:rPr lang="en" sz="1200" dirty="0" smtClean="0">
                <a:solidFill>
                  <a:schemeClr val="lt1"/>
                </a:solidFill>
                <a:latin typeface="DM Sans"/>
                <a:ea typeface="DM Sans"/>
                <a:cs typeface="DM Sans"/>
                <a:sym typeface="DM Sans"/>
              </a:rPr>
              <a:t>rightMaxForce </a:t>
            </a:r>
            <a:r>
              <a:rPr lang="en" sz="1200" dirty="0">
                <a:solidFill>
                  <a:schemeClr val="lt1"/>
                </a:solidFill>
                <a:latin typeface="DM Sans"/>
                <a:ea typeface="DM Sans"/>
                <a:cs typeface="DM Sans"/>
                <a:sym typeface="DM Sans"/>
              </a:rPr>
              <a:t>vs. rightTorque: P-value &lt; 2.2e-16 ; R-squared = </a:t>
            </a:r>
            <a:r>
              <a:rPr lang="en" sz="1200" dirty="0" smtClean="0">
                <a:solidFill>
                  <a:schemeClr val="lt1"/>
                </a:solidFill>
                <a:latin typeface="DM Sans"/>
                <a:ea typeface="DM Sans"/>
                <a:cs typeface="DM Sans"/>
                <a:sym typeface="DM Sans"/>
              </a:rPr>
              <a:t>0.9467 </a:t>
            </a:r>
            <a:br>
              <a:rPr lang="en" sz="1200" dirty="0" smtClean="0">
                <a:solidFill>
                  <a:schemeClr val="lt1"/>
                </a:solidFill>
                <a:latin typeface="DM Sans"/>
                <a:ea typeface="DM Sans"/>
                <a:cs typeface="DM Sans"/>
                <a:sym typeface="DM Sans"/>
              </a:rPr>
            </a:br>
            <a:endParaRPr lang="en" sz="1200" dirty="0" smtClean="0">
              <a:solidFill>
                <a:schemeClr val="lt1"/>
              </a:solidFill>
              <a:latin typeface="DM Sans"/>
              <a:ea typeface="DM Sans"/>
              <a:cs typeface="DM Sans"/>
              <a:sym typeface="DM Sans"/>
            </a:endParaRPr>
          </a:p>
          <a:p>
            <a:pPr marL="457200" lvl="0" indent="-304800">
              <a:lnSpc>
                <a:spcPct val="115000"/>
              </a:lnSpc>
              <a:buClr>
                <a:schemeClr val="lt1"/>
              </a:buClr>
              <a:buSzPts val="1200"/>
              <a:buFont typeface="DM Sans"/>
              <a:buChar char="●"/>
            </a:pPr>
            <a:r>
              <a:rPr lang="en" sz="1200" dirty="0" smtClean="0">
                <a:solidFill>
                  <a:schemeClr val="lt1"/>
                </a:solidFill>
                <a:latin typeface="DM Sans"/>
                <a:ea typeface="DM Sans"/>
                <a:cs typeface="DM Sans"/>
                <a:sym typeface="DM Sans"/>
              </a:rPr>
              <a:t>P-value </a:t>
            </a:r>
            <a:r>
              <a:rPr lang="en" sz="1200" dirty="0">
                <a:solidFill>
                  <a:schemeClr val="lt1"/>
                </a:solidFill>
                <a:latin typeface="DM Sans"/>
                <a:ea typeface="DM Sans"/>
                <a:cs typeface="DM Sans"/>
                <a:sym typeface="DM Sans"/>
              </a:rPr>
              <a:t>is </a:t>
            </a:r>
            <a:r>
              <a:rPr lang="en" sz="1200" dirty="0" smtClean="0">
                <a:solidFill>
                  <a:schemeClr val="lt1"/>
                </a:solidFill>
                <a:latin typeface="DM Sans"/>
                <a:ea typeface="DM Sans"/>
                <a:cs typeface="DM Sans"/>
                <a:sym typeface="DM Sans"/>
              </a:rPr>
              <a:t>less </a:t>
            </a:r>
            <a:r>
              <a:rPr lang="en" sz="1200" dirty="0">
                <a:solidFill>
                  <a:schemeClr val="lt1"/>
                </a:solidFill>
                <a:latin typeface="DM Sans"/>
                <a:ea typeface="DM Sans"/>
                <a:cs typeface="DM Sans"/>
                <a:sym typeface="DM Sans"/>
              </a:rPr>
              <a:t>than </a:t>
            </a:r>
            <a:r>
              <a:rPr lang="en" sz="1200" dirty="0" smtClean="0">
                <a:solidFill>
                  <a:schemeClr val="lt1"/>
                </a:solidFill>
                <a:latin typeface="DM Sans"/>
                <a:ea typeface="DM Sans"/>
                <a:cs typeface="DM Sans"/>
                <a:sym typeface="DM Sans"/>
              </a:rPr>
              <a:t>0.05</a:t>
            </a:r>
          </a:p>
          <a:p>
            <a:pPr marL="457200" lvl="0" indent="-304800">
              <a:lnSpc>
                <a:spcPct val="115000"/>
              </a:lnSpc>
              <a:buClr>
                <a:schemeClr val="lt1"/>
              </a:buClr>
              <a:buSzPts val="1200"/>
              <a:buFont typeface="DM Sans"/>
              <a:buChar char="●"/>
            </a:pPr>
            <a:r>
              <a:rPr lang="en" sz="1200" dirty="0" smtClean="0">
                <a:solidFill>
                  <a:schemeClr val="lt1"/>
                </a:solidFill>
                <a:latin typeface="DM Sans"/>
                <a:sym typeface="DM Sans"/>
              </a:rPr>
              <a:t>R-squared greater than 0.03</a:t>
            </a:r>
            <a:endParaRPr sz="1800" dirty="0"/>
          </a:p>
        </p:txBody>
      </p:sp>
      <p:sp>
        <p:nvSpPr>
          <p:cNvPr id="464" name="Google Shape;464;p46"/>
          <p:cNvSpPr txBox="1"/>
          <p:nvPr/>
        </p:nvSpPr>
        <p:spPr>
          <a:xfrm>
            <a:off x="4391300" y="1238600"/>
            <a:ext cx="48000" cy="17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500">
              <a:solidFill>
                <a:schemeClr val="lt1"/>
              </a:solidFill>
              <a:latin typeface="DM Sans"/>
              <a:ea typeface="DM Sans"/>
              <a:cs typeface="DM Sans"/>
              <a:sym typeface="DM Sans"/>
            </a:endParaRPr>
          </a:p>
        </p:txBody>
      </p:sp>
      <p:pic>
        <p:nvPicPr>
          <p:cNvPr id="2" name="Picture 1"/>
          <p:cNvPicPr>
            <a:picLocks noChangeAspect="1"/>
          </p:cNvPicPr>
          <p:nvPr/>
        </p:nvPicPr>
        <p:blipFill>
          <a:blip r:embed="rId3"/>
          <a:stretch>
            <a:fillRect/>
          </a:stretch>
        </p:blipFill>
        <p:spPr>
          <a:xfrm>
            <a:off x="418311" y="996774"/>
            <a:ext cx="3042065" cy="1908009"/>
          </a:xfrm>
          <a:prstGeom prst="rect">
            <a:avLst/>
          </a:prstGeom>
        </p:spPr>
      </p:pic>
      <p:pic>
        <p:nvPicPr>
          <p:cNvPr id="4" name="Picture 3"/>
          <p:cNvPicPr>
            <a:picLocks noChangeAspect="1"/>
          </p:cNvPicPr>
          <p:nvPr/>
        </p:nvPicPr>
        <p:blipFill>
          <a:blip r:embed="rId4"/>
          <a:stretch>
            <a:fillRect/>
          </a:stretch>
        </p:blipFill>
        <p:spPr>
          <a:xfrm>
            <a:off x="418311" y="2841555"/>
            <a:ext cx="3042065" cy="2152463"/>
          </a:xfrm>
          <a:prstGeom prst="rect">
            <a:avLst/>
          </a:prstGeom>
        </p:spPr>
      </p:pic>
    </p:spTree>
    <p:extLst>
      <p:ext uri="{BB962C8B-B14F-4D97-AF65-F5344CB8AC3E}">
        <p14:creationId xmlns:p14="http://schemas.microsoft.com/office/powerpoint/2010/main" val="2126230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484" name="Google Shape;484;p48"/>
          <p:cNvSpPr txBox="1">
            <a:spLocks noGrp="1"/>
          </p:cNvSpPr>
          <p:nvPr>
            <p:ph type="body" idx="4"/>
          </p:nvPr>
        </p:nvSpPr>
        <p:spPr>
          <a:xfrm>
            <a:off x="2832000" y="1883375"/>
            <a:ext cx="5762400" cy="266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Comparison to literature</a:t>
            </a:r>
            <a:endParaRPr/>
          </a:p>
          <a:p>
            <a:pPr marL="0" lvl="0" indent="0" algn="l" rtl="0">
              <a:spcBef>
                <a:spcPts val="0"/>
              </a:spcBef>
              <a:spcAft>
                <a:spcPts val="0"/>
              </a:spcAft>
              <a:buNone/>
            </a:pPr>
            <a:endParaRPr sz="1100"/>
          </a:p>
          <a:p>
            <a:pPr marL="0" lvl="0" indent="0" algn="l" rtl="0">
              <a:lnSpc>
                <a:spcPct val="135714"/>
              </a:lnSpc>
              <a:spcBef>
                <a:spcPts val="0"/>
              </a:spcBef>
              <a:spcAft>
                <a:spcPts val="0"/>
              </a:spcAft>
              <a:buNone/>
            </a:pPr>
            <a:r>
              <a:rPr lang="en" sz="1100"/>
              <a:t>The statistical findings suggest that both torque_asymmetry and max_force_asymmetry have a very limited, if any, linear relationship with accel_load_accum and distance_total in this dataset.</a:t>
            </a:r>
            <a:endParaRPr sz="1100"/>
          </a:p>
          <a:p>
            <a:pPr marL="0" lvl="0" indent="0" algn="l" rtl="0">
              <a:lnSpc>
                <a:spcPct val="135714"/>
              </a:lnSpc>
              <a:spcBef>
                <a:spcPts val="0"/>
              </a:spcBef>
              <a:spcAft>
                <a:spcPts val="0"/>
              </a:spcAft>
              <a:buNone/>
            </a:pPr>
            <a:endParaRPr sz="1100"/>
          </a:p>
          <a:p>
            <a:pPr marL="0" lvl="0" indent="0" algn="l" rtl="0">
              <a:lnSpc>
                <a:spcPct val="135714"/>
              </a:lnSpc>
              <a:spcBef>
                <a:spcPts val="0"/>
              </a:spcBef>
              <a:spcAft>
                <a:spcPts val="0"/>
              </a:spcAft>
              <a:buNone/>
            </a:pPr>
            <a:r>
              <a:rPr lang="en" sz="1100"/>
              <a:t>Most p-values for t-tests and linear regressions were not statistically significant, and the adjusted R-squared values were extremely low ranging from (0.002773 to 0.008872).</a:t>
            </a:r>
            <a:endParaRPr sz="1100"/>
          </a:p>
          <a:p>
            <a:pPr marL="457200" lvl="0" indent="-292100" algn="l" rtl="0">
              <a:lnSpc>
                <a:spcPct val="135714"/>
              </a:lnSpc>
              <a:spcBef>
                <a:spcPts val="0"/>
              </a:spcBef>
              <a:spcAft>
                <a:spcPts val="0"/>
              </a:spcAft>
              <a:buSzPts val="1000"/>
              <a:buChar char="●"/>
            </a:pPr>
            <a:r>
              <a:rPr lang="en" sz="1000"/>
              <a:t>Overall Average Asymmetrical Torque (avg_asymmetrical_torque): 1.936%</a:t>
            </a:r>
            <a:endParaRPr sz="1000"/>
          </a:p>
          <a:p>
            <a:pPr marL="457200" lvl="0" indent="-292100" algn="l" rtl="0">
              <a:lnSpc>
                <a:spcPct val="135714"/>
              </a:lnSpc>
              <a:spcBef>
                <a:spcPts val="0"/>
              </a:spcBef>
              <a:spcAft>
                <a:spcPts val="0"/>
              </a:spcAft>
              <a:buSzPts val="1000"/>
              <a:buChar char="●"/>
            </a:pPr>
            <a:r>
              <a:rPr lang="en" sz="1000"/>
              <a:t>Overall Average Asymmetrical Max Force (avg_asymmetrical_max_force): 1.961%</a:t>
            </a:r>
            <a:endParaRPr sz="1200"/>
          </a:p>
          <a:p>
            <a:pPr marL="0" lvl="0" indent="0" algn="l" rtl="0">
              <a:lnSpc>
                <a:spcPct val="135714"/>
              </a:lnSpc>
              <a:spcBef>
                <a:spcPts val="0"/>
              </a:spcBef>
              <a:spcAft>
                <a:spcPts val="0"/>
              </a:spcAft>
              <a:buNone/>
            </a:pPr>
            <a:endParaRPr sz="1100"/>
          </a:p>
          <a:p>
            <a:pPr marL="0" lvl="0" indent="0" algn="l" rtl="0">
              <a:spcBef>
                <a:spcPts val="0"/>
              </a:spcBef>
              <a:spcAft>
                <a:spcPts val="0"/>
              </a:spcAft>
              <a:buNone/>
            </a:pPr>
            <a:endParaRPr/>
          </a:p>
        </p:txBody>
      </p:sp>
      <p:sp>
        <p:nvSpPr>
          <p:cNvPr id="485" name="Google Shape;485;p48"/>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Findings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9"/>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491" name="Google Shape;491;p49"/>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 1</a:t>
            </a:r>
            <a:endParaRPr/>
          </a:p>
        </p:txBody>
      </p:sp>
      <p:sp>
        <p:nvSpPr>
          <p:cNvPr id="492" name="Google Shape;492;p49"/>
          <p:cNvSpPr txBox="1">
            <a:spLocks noGrp="1"/>
          </p:cNvSpPr>
          <p:nvPr>
            <p:ph type="body" idx="4"/>
          </p:nvPr>
        </p:nvSpPr>
        <p:spPr>
          <a:xfrm>
            <a:off x="2805625" y="1598153"/>
            <a:ext cx="5713500" cy="328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a:p>
            <a:pPr marL="0" lvl="0" indent="0" algn="l" rtl="0">
              <a:spcBef>
                <a:spcPts val="0"/>
              </a:spcBef>
              <a:spcAft>
                <a:spcPts val="0"/>
              </a:spcAft>
              <a:buNone/>
            </a:pPr>
            <a:r>
              <a:rPr lang="en"/>
              <a:t>Comparison to literature</a:t>
            </a:r>
            <a:endParaRPr/>
          </a:p>
          <a:p>
            <a:pPr marL="0" lvl="0" indent="0" algn="l" rtl="0">
              <a:spcBef>
                <a:spcPts val="0"/>
              </a:spcBef>
              <a:spcAft>
                <a:spcPts val="0"/>
              </a:spcAft>
              <a:buNone/>
            </a:pPr>
            <a:endParaRPr sz="1100"/>
          </a:p>
          <a:p>
            <a:pPr marL="0" lvl="0" indent="0" algn="l" rtl="0">
              <a:lnSpc>
                <a:spcPct val="135714"/>
              </a:lnSpc>
              <a:spcBef>
                <a:spcPts val="0"/>
              </a:spcBef>
              <a:spcAft>
                <a:spcPts val="0"/>
              </a:spcAft>
              <a:buNone/>
            </a:pPr>
            <a:r>
              <a:rPr lang="en" sz="1100"/>
              <a:t>Our literature review indicates asymmetries would negatively impact an athlete's ability to cover distance efficiently or generate acceleration effectively.</a:t>
            </a:r>
            <a:endParaRPr sz="1100"/>
          </a:p>
          <a:p>
            <a:pPr marL="0" lvl="0" indent="0" algn="l" rtl="0">
              <a:lnSpc>
                <a:spcPct val="135714"/>
              </a:lnSpc>
              <a:spcBef>
                <a:spcPts val="0"/>
              </a:spcBef>
              <a:spcAft>
                <a:spcPts val="0"/>
              </a:spcAft>
              <a:buNone/>
            </a:pPr>
            <a:r>
              <a:rPr lang="en" sz="1100"/>
              <a:t>However, our data suggests otherwise. </a:t>
            </a:r>
            <a:endParaRPr sz="1100"/>
          </a:p>
          <a:p>
            <a:pPr marL="0" lvl="0" indent="0" algn="l" rtl="0">
              <a:lnSpc>
                <a:spcPct val="135714"/>
              </a:lnSpc>
              <a:spcBef>
                <a:spcPts val="0"/>
              </a:spcBef>
              <a:spcAft>
                <a:spcPts val="0"/>
              </a:spcAft>
              <a:buNone/>
            </a:pPr>
            <a:r>
              <a:rPr lang="en" sz="1100" u="sng"/>
              <a:t>Possible factors that contributed to our weak correlation</a:t>
            </a:r>
            <a:endParaRPr sz="1100" u="sng"/>
          </a:p>
          <a:p>
            <a:pPr marL="457200" lvl="0" indent="-298450" algn="l" rtl="0">
              <a:lnSpc>
                <a:spcPct val="135714"/>
              </a:lnSpc>
              <a:spcBef>
                <a:spcPts val="0"/>
              </a:spcBef>
              <a:spcAft>
                <a:spcPts val="0"/>
              </a:spcAft>
              <a:buSzPts val="1100"/>
              <a:buChar char="●"/>
            </a:pPr>
            <a:r>
              <a:rPr lang="en" sz="1100"/>
              <a:t>Limited data matched players metrics records by date Vald vs Kinexon</a:t>
            </a:r>
            <a:endParaRPr sz="1100"/>
          </a:p>
          <a:p>
            <a:pPr marL="457200" lvl="0" indent="-298450" algn="l" rtl="0">
              <a:lnSpc>
                <a:spcPct val="135714"/>
              </a:lnSpc>
              <a:spcBef>
                <a:spcPts val="0"/>
              </a:spcBef>
              <a:spcAft>
                <a:spcPts val="0"/>
              </a:spcAft>
              <a:buSzPts val="1100"/>
              <a:buChar char="●"/>
            </a:pPr>
            <a:r>
              <a:rPr lang="en" sz="1100"/>
              <a:t>Our asymmetrical averages were all less than 2%, our literature review identify groups with 10% or more as high risk,  perhaps the majority of the candidates in our dataset may not have symptoms severe enough to affect acceleration and distance performance.</a:t>
            </a:r>
            <a:endParaRPr sz="1100"/>
          </a:p>
          <a:p>
            <a:pPr marL="457200" lvl="0" indent="-298450" algn="l" rtl="0">
              <a:lnSpc>
                <a:spcPct val="135714"/>
              </a:lnSpc>
              <a:spcBef>
                <a:spcPts val="0"/>
              </a:spcBef>
              <a:spcAft>
                <a:spcPts val="0"/>
              </a:spcAft>
              <a:buSzPts val="1100"/>
              <a:buChar char="●"/>
            </a:pPr>
            <a:r>
              <a:rPr lang="en" sz="1100"/>
              <a:t>This study does not account for athletes natural abilities to adapt and overcome asymmetrical assessments.</a:t>
            </a:r>
            <a:endParaRPr sz="1100"/>
          </a:p>
          <a:p>
            <a:pPr marL="0" lvl="0" indent="0" algn="l" rtl="0">
              <a:lnSpc>
                <a:spcPct val="135714"/>
              </a:lnSpc>
              <a:spcBef>
                <a:spcPts val="0"/>
              </a:spcBef>
              <a:spcAft>
                <a:spcPts val="0"/>
              </a:spcAft>
              <a:buNone/>
            </a:pPr>
            <a:endParaRPr sz="1100"/>
          </a:p>
          <a:p>
            <a:pPr marL="0" lvl="0" indent="0" algn="l" rtl="0">
              <a:lnSpc>
                <a:spcPct val="135714"/>
              </a:lnSpc>
              <a:spcBef>
                <a:spcPts val="0"/>
              </a:spcBef>
              <a:spcAft>
                <a:spcPts val="0"/>
              </a:spcAft>
              <a:buNone/>
            </a:pPr>
            <a:endParaRPr sz="900"/>
          </a:p>
          <a:p>
            <a:pPr marL="914400" lvl="0" indent="0" algn="l" rtl="0">
              <a:lnSpc>
                <a:spcPct val="135714"/>
              </a:lnSpc>
              <a:spcBef>
                <a:spcPts val="0"/>
              </a:spcBef>
              <a:spcAft>
                <a:spcPts val="0"/>
              </a:spcAft>
              <a:buNone/>
            </a:pPr>
            <a:endParaRPr sz="1100"/>
          </a:p>
          <a:p>
            <a:pPr marL="0" lvl="0" indent="0" algn="l" rtl="0">
              <a:lnSpc>
                <a:spcPct val="135714"/>
              </a:lnSpc>
              <a:spcBef>
                <a:spcPts val="0"/>
              </a:spcBef>
              <a:spcAft>
                <a:spcPts val="0"/>
              </a:spcAft>
              <a:buNone/>
            </a:pPr>
            <a:endParaRPr sz="1100"/>
          </a:p>
          <a:p>
            <a:pPr marL="0" lvl="0" indent="0" algn="l" rtl="0">
              <a:spcBef>
                <a:spcPts val="0"/>
              </a:spcBef>
              <a:spcAft>
                <a:spcPts val="0"/>
              </a:spcAft>
              <a:buNone/>
            </a:pPr>
            <a:endParaRPr/>
          </a:p>
        </p:txBody>
      </p:sp>
      <p:sp>
        <p:nvSpPr>
          <p:cNvPr id="493" name="Google Shape;493;p49"/>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Findings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50"/>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499" name="Google Shape;499;p50"/>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 1</a:t>
            </a:r>
            <a:endParaRPr/>
          </a:p>
        </p:txBody>
      </p:sp>
      <p:sp>
        <p:nvSpPr>
          <p:cNvPr id="500" name="Google Shape;500;p50"/>
          <p:cNvSpPr txBox="1">
            <a:spLocks noGrp="1"/>
          </p:cNvSpPr>
          <p:nvPr>
            <p:ph type="body" idx="4"/>
          </p:nvPr>
        </p:nvSpPr>
        <p:spPr>
          <a:xfrm>
            <a:off x="1546250" y="1869700"/>
            <a:ext cx="7123500" cy="297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t>Performance monitoring flag system </a:t>
            </a:r>
            <a:endParaRPr sz="1800"/>
          </a:p>
          <a:p>
            <a:pPr marL="0" lvl="0" indent="0" algn="l" rtl="0">
              <a:spcBef>
                <a:spcPts val="0"/>
              </a:spcBef>
              <a:spcAft>
                <a:spcPts val="0"/>
              </a:spcAft>
              <a:buNone/>
            </a:pPr>
            <a:endParaRPr sz="1800"/>
          </a:p>
          <a:p>
            <a:pPr marL="457200" lvl="0" indent="-342900" algn="l" rtl="0">
              <a:spcBef>
                <a:spcPts val="0"/>
              </a:spcBef>
              <a:spcAft>
                <a:spcPts val="0"/>
              </a:spcAft>
              <a:buSzPts val="1800"/>
              <a:buChar char="●"/>
            </a:pPr>
            <a:r>
              <a:rPr lang="en" sz="1800"/>
              <a:t>Players symmetrical metric standard deviation exceeding 10% to 15% indicating high risk of injury</a:t>
            </a:r>
            <a:endParaRPr sz="1800"/>
          </a:p>
          <a:p>
            <a:pPr marL="457200" lvl="0" indent="0" algn="l" rtl="0">
              <a:spcBef>
                <a:spcPts val="0"/>
              </a:spcBef>
              <a:spcAft>
                <a:spcPts val="0"/>
              </a:spcAft>
              <a:buNone/>
            </a:pPr>
            <a:endParaRPr sz="1800"/>
          </a:p>
          <a:p>
            <a:pPr marL="0" lvl="0" indent="0" algn="l" rtl="0">
              <a:spcBef>
                <a:spcPts val="0"/>
              </a:spcBef>
              <a:spcAft>
                <a:spcPts val="0"/>
              </a:spcAft>
              <a:buNone/>
            </a:pPr>
            <a:endParaRPr sz="1800"/>
          </a:p>
          <a:p>
            <a:pPr marL="457200" lvl="0" indent="-342900" algn="l" rtl="0">
              <a:spcBef>
                <a:spcPts val="0"/>
              </a:spcBef>
              <a:spcAft>
                <a:spcPts val="0"/>
              </a:spcAft>
              <a:buSzPts val="1800"/>
              <a:buChar char="●"/>
            </a:pPr>
            <a:r>
              <a:rPr lang="en" sz="1800"/>
              <a:t>Players inactivity exceeding 30 days: dig deeper into cause of inactivity</a:t>
            </a:r>
            <a:endParaRPr sz="1800"/>
          </a:p>
          <a:p>
            <a:pPr marL="0" lvl="0" indent="0" algn="l" rtl="0">
              <a:spcBef>
                <a:spcPts val="0"/>
              </a:spcBef>
              <a:spcAft>
                <a:spcPts val="0"/>
              </a:spcAft>
              <a:buNone/>
            </a:pPr>
            <a:endParaRPr sz="1800"/>
          </a:p>
        </p:txBody>
      </p:sp>
      <p:sp>
        <p:nvSpPr>
          <p:cNvPr id="501" name="Google Shape;501;p50"/>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Practical Applications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1"/>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507" name="Google Shape;507;p51"/>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 1</a:t>
            </a:r>
            <a:endParaRPr/>
          </a:p>
        </p:txBody>
      </p:sp>
      <p:sp>
        <p:nvSpPr>
          <p:cNvPr id="508" name="Google Shape;508;p51"/>
          <p:cNvSpPr txBox="1">
            <a:spLocks noGrp="1"/>
          </p:cNvSpPr>
          <p:nvPr>
            <p:ph type="body" idx="4"/>
          </p:nvPr>
        </p:nvSpPr>
        <p:spPr>
          <a:xfrm>
            <a:off x="2537175" y="1862300"/>
            <a:ext cx="5848800" cy="289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t>How our findings fill the identified gap</a:t>
            </a:r>
            <a:endParaRPr sz="1800"/>
          </a:p>
          <a:p>
            <a:pPr marL="0" lvl="0" indent="0" algn="l" rtl="0">
              <a:spcBef>
                <a:spcPts val="0"/>
              </a:spcBef>
              <a:spcAft>
                <a:spcPts val="0"/>
              </a:spcAft>
              <a:buNone/>
            </a:pPr>
            <a:endParaRPr sz="1800"/>
          </a:p>
          <a:p>
            <a:pPr marL="0" lvl="0" indent="0" algn="l" rtl="0">
              <a:spcBef>
                <a:spcPts val="0"/>
              </a:spcBef>
              <a:spcAft>
                <a:spcPts val="0"/>
              </a:spcAft>
              <a:buNone/>
            </a:pPr>
            <a:endParaRPr sz="1800"/>
          </a:p>
          <a:p>
            <a:pPr marL="457200" lvl="0" indent="-342900" algn="l" rtl="0">
              <a:spcBef>
                <a:spcPts val="0"/>
              </a:spcBef>
              <a:spcAft>
                <a:spcPts val="0"/>
              </a:spcAft>
              <a:buSzPts val="1800"/>
              <a:buChar char="●"/>
            </a:pPr>
            <a:r>
              <a:rPr lang="en" sz="1800"/>
              <a:t>This will created a personalized injury-risk model that will help players understand their own unique load patterns.</a:t>
            </a:r>
            <a:endParaRPr sz="1800"/>
          </a:p>
          <a:p>
            <a:pPr marL="457200" lvl="0" indent="0" algn="l" rtl="0">
              <a:spcBef>
                <a:spcPts val="0"/>
              </a:spcBef>
              <a:spcAft>
                <a:spcPts val="0"/>
              </a:spcAft>
              <a:buNone/>
            </a:pPr>
            <a:endParaRPr sz="1800"/>
          </a:p>
          <a:p>
            <a:pPr marL="457200" lvl="0" indent="-342900" algn="l" rtl="0">
              <a:spcBef>
                <a:spcPts val="0"/>
              </a:spcBef>
              <a:spcAft>
                <a:spcPts val="0"/>
              </a:spcAft>
              <a:buSzPts val="1800"/>
              <a:buChar char="●"/>
            </a:pPr>
            <a:r>
              <a:rPr lang="en" sz="1800"/>
              <a:t>To help better understand force/torque monitoring to manage load-management to protect player fatigue and improve endurance training.</a:t>
            </a:r>
            <a:endParaRPr sz="1800"/>
          </a:p>
        </p:txBody>
      </p:sp>
      <p:sp>
        <p:nvSpPr>
          <p:cNvPr id="509" name="Google Shape;509;p51"/>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Practical Applications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52"/>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15" name="Google Shape;515;p52"/>
          <p:cNvSpPr txBox="1">
            <a:spLocks noGrp="1"/>
          </p:cNvSpPr>
          <p:nvPr>
            <p:ph type="subTitle" idx="1"/>
          </p:nvPr>
        </p:nvSpPr>
        <p:spPr>
          <a:xfrm>
            <a:off x="441788" y="363450"/>
            <a:ext cx="2167200" cy="320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Part 1</a:t>
            </a:r>
            <a:endParaRPr/>
          </a:p>
        </p:txBody>
      </p:sp>
      <p:sp>
        <p:nvSpPr>
          <p:cNvPr id="516" name="Google Shape;516;p52"/>
          <p:cNvSpPr txBox="1">
            <a:spLocks noGrp="1"/>
          </p:cNvSpPr>
          <p:nvPr>
            <p:ph type="body" idx="4"/>
          </p:nvPr>
        </p:nvSpPr>
        <p:spPr>
          <a:xfrm>
            <a:off x="2865275" y="1884475"/>
            <a:ext cx="5804400" cy="2958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t>Recommendations for coaches/trainers </a:t>
            </a:r>
            <a:endParaRPr sz="1800"/>
          </a:p>
          <a:p>
            <a:pPr marL="0" lvl="0" indent="0" algn="l" rtl="0">
              <a:spcBef>
                <a:spcPts val="0"/>
              </a:spcBef>
              <a:spcAft>
                <a:spcPts val="0"/>
              </a:spcAft>
              <a:buNone/>
            </a:pPr>
            <a:endParaRPr sz="1800"/>
          </a:p>
          <a:p>
            <a:pPr marL="457200" lvl="0" indent="-330200" algn="l" rtl="0">
              <a:spcBef>
                <a:spcPts val="0"/>
              </a:spcBef>
              <a:spcAft>
                <a:spcPts val="0"/>
              </a:spcAft>
              <a:buSzPts val="1600"/>
              <a:buChar char="●"/>
            </a:pPr>
            <a:r>
              <a:rPr lang="en" sz="1600"/>
              <a:t>Identify players with high standard deviation of symmetrical metrics to determine players risk of injury</a:t>
            </a:r>
            <a:endParaRPr sz="1600"/>
          </a:p>
          <a:p>
            <a:pPr marL="45720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Monitor active players inactivity to determine whether this is due to injury or impaired abilities from fatigue</a:t>
            </a:r>
            <a:endParaRPr sz="1600"/>
          </a:p>
          <a:p>
            <a:pPr marL="45720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Create a regularized screening and testing schedule: One set of bilateral &amp; one non-bilateral simultaneously</a:t>
            </a:r>
            <a:endParaRPr sz="1600"/>
          </a:p>
          <a:p>
            <a:pPr marL="45720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Suggest weekly intervals: More data to calculate ACWR: 3-6 weeks of testing</a:t>
            </a:r>
            <a:endParaRPr sz="1600"/>
          </a:p>
          <a:p>
            <a:pPr marL="0" lvl="0" indent="0" algn="l" rtl="0">
              <a:spcBef>
                <a:spcPts val="0"/>
              </a:spcBef>
              <a:spcAft>
                <a:spcPts val="0"/>
              </a:spcAft>
              <a:buNone/>
            </a:pPr>
            <a:endParaRPr sz="1800"/>
          </a:p>
        </p:txBody>
      </p:sp>
      <p:sp>
        <p:nvSpPr>
          <p:cNvPr id="517" name="Google Shape;517;p52"/>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Practical Applications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53"/>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523" name="Google Shape;523;p53"/>
          <p:cNvSpPr txBox="1">
            <a:spLocks noGrp="1"/>
          </p:cNvSpPr>
          <p:nvPr>
            <p:ph type="body" idx="4"/>
          </p:nvPr>
        </p:nvSpPr>
        <p:spPr>
          <a:xfrm>
            <a:off x="3007775" y="1835700"/>
            <a:ext cx="5770500" cy="298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challenges encountered </a:t>
            </a:r>
            <a:endParaRPr/>
          </a:p>
          <a:p>
            <a:pPr marL="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Duplication of team names and sports (e.g., “</a:t>
            </a:r>
            <a:r>
              <a:rPr lang="en" sz="1200"/>
              <a:t>Women’s Basketball” vs “Womens Basketball”, “Lacrosse” vs “Lax”)</a:t>
            </a:r>
            <a:endParaRPr sz="1400"/>
          </a:p>
          <a:p>
            <a:pPr marL="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Entries with missing values</a:t>
            </a:r>
            <a:endParaRPr sz="1400"/>
          </a:p>
          <a:p>
            <a:pPr marL="45720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Invalid Team names (e.g., “</a:t>
            </a:r>
            <a:r>
              <a:rPr lang="en" sz="1200"/>
              <a:t>Unknown”,”Player Not Found”,”Graduated (No longer enrolled) ”</a:t>
            </a:r>
            <a:r>
              <a:rPr lang="en" sz="1400"/>
              <a:t>)</a:t>
            </a:r>
            <a:endParaRPr sz="1200"/>
          </a:p>
          <a:p>
            <a:pPr marL="45720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Difficulty matching symmetrical metric with accumulated acceleration and total distance. </a:t>
            </a:r>
            <a:endParaRPr sz="1200"/>
          </a:p>
          <a:p>
            <a:pPr marL="457200" lvl="0" indent="0" algn="l" rtl="0">
              <a:spcBef>
                <a:spcPts val="0"/>
              </a:spcBef>
              <a:spcAft>
                <a:spcPts val="0"/>
              </a:spcAft>
              <a:buNone/>
            </a:pPr>
            <a:endParaRPr sz="1200"/>
          </a:p>
          <a:p>
            <a:pPr marL="457200" lvl="0" indent="-317500" algn="l" rtl="0">
              <a:spcBef>
                <a:spcPts val="0"/>
              </a:spcBef>
              <a:spcAft>
                <a:spcPts val="0"/>
              </a:spcAft>
              <a:buSzPts val="1400"/>
              <a:buChar char="●"/>
            </a:pPr>
            <a:r>
              <a:rPr lang="en" sz="1400"/>
              <a:t>Missing code for athlete is missing data (e.g., </a:t>
            </a:r>
            <a:r>
              <a:rPr lang="en" sz="1200"/>
              <a:t>injury, sick, unexcused/excused  absence, device failure )</a:t>
            </a:r>
            <a:endParaRPr sz="1200"/>
          </a:p>
          <a:p>
            <a:pPr marL="457200" lvl="0" indent="-304800" algn="l" rtl="0">
              <a:spcBef>
                <a:spcPts val="0"/>
              </a:spcBef>
              <a:spcAft>
                <a:spcPts val="0"/>
              </a:spcAft>
              <a:buSzPts val="1200"/>
              <a:buChar char="●"/>
            </a:pPr>
            <a:r>
              <a:rPr lang="en" sz="1200"/>
              <a:t>Teams would have have lower data outputs compared to other teams</a:t>
            </a:r>
            <a:endParaRPr sz="1200"/>
          </a:p>
          <a:p>
            <a:pPr marL="0" lvl="0" indent="0" algn="l" rtl="0">
              <a:spcBef>
                <a:spcPts val="0"/>
              </a:spcBef>
              <a:spcAft>
                <a:spcPts val="0"/>
              </a:spcAft>
              <a:buNone/>
            </a:pPr>
            <a:endParaRPr sz="1800"/>
          </a:p>
        </p:txBody>
      </p:sp>
      <p:sp>
        <p:nvSpPr>
          <p:cNvPr id="524" name="Google Shape;524;p53"/>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Limitations &amp; Future Work</a:t>
            </a:r>
            <a:endParaRPr/>
          </a:p>
        </p:txBody>
      </p:sp>
      <p:pic>
        <p:nvPicPr>
          <p:cNvPr id="525" name="Google Shape;525;p53"/>
          <p:cNvPicPr preferRelativeResize="0"/>
          <p:nvPr/>
        </p:nvPicPr>
        <p:blipFill>
          <a:blip r:embed="rId3">
            <a:alphaModFix/>
          </a:blip>
          <a:stretch>
            <a:fillRect/>
          </a:stretch>
        </p:blipFill>
        <p:spPr>
          <a:xfrm>
            <a:off x="449650" y="1921450"/>
            <a:ext cx="2558126" cy="25581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54"/>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31" name="Google Shape;531;p54"/>
          <p:cNvSpPr txBox="1">
            <a:spLocks noGrp="1"/>
          </p:cNvSpPr>
          <p:nvPr>
            <p:ph type="body" idx="4"/>
          </p:nvPr>
        </p:nvSpPr>
        <p:spPr>
          <a:xfrm>
            <a:off x="2264475" y="1890525"/>
            <a:ext cx="6174000" cy="298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Testing challenges encountered </a:t>
            </a:r>
            <a:endParaRPr/>
          </a:p>
          <a:p>
            <a:pPr marL="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Testing for Bilateral Max Force and torque have inconsistency of both timing and output across multiple teams </a:t>
            </a:r>
            <a:endParaRPr sz="1400"/>
          </a:p>
          <a:p>
            <a:pPr marL="0" lvl="0" indent="0" algn="l" rtl="0">
              <a:spcBef>
                <a:spcPts val="0"/>
              </a:spcBef>
              <a:spcAft>
                <a:spcPts val="0"/>
              </a:spcAft>
              <a:buNone/>
            </a:pPr>
            <a:endParaRPr sz="1400"/>
          </a:p>
          <a:p>
            <a:pPr marL="457200" lvl="0" indent="-317500" algn="l" rtl="0">
              <a:spcBef>
                <a:spcPts val="0"/>
              </a:spcBef>
              <a:spcAft>
                <a:spcPts val="0"/>
              </a:spcAft>
              <a:buSzPts val="1400"/>
              <a:buChar char="●"/>
            </a:pPr>
            <a:r>
              <a:rPr lang="en" sz="1400"/>
              <a:t>Very few teams have developed a regular schedule for Vald device data (Max force and torque)</a:t>
            </a:r>
            <a:endParaRPr sz="1400"/>
          </a:p>
          <a:p>
            <a:pPr marL="457200" lvl="0" indent="0" algn="l" rtl="0">
              <a:spcBef>
                <a:spcPts val="0"/>
              </a:spcBef>
              <a:spcAft>
                <a:spcPts val="0"/>
              </a:spcAft>
              <a:buNone/>
            </a:pPr>
            <a:endParaRPr sz="1400"/>
          </a:p>
          <a:p>
            <a:pPr marL="457200" lvl="0" indent="-330200" algn="l" rtl="0">
              <a:spcBef>
                <a:spcPts val="0"/>
              </a:spcBef>
              <a:spcAft>
                <a:spcPts val="0"/>
              </a:spcAft>
              <a:buSzPts val="1600"/>
              <a:buChar char="●"/>
            </a:pPr>
            <a:r>
              <a:rPr lang="en" sz="1400"/>
              <a:t>Testing for Vald data and Kinexon data are recorded as the same day, but different time sessions, for ease of research there needs to be a more concise record. </a:t>
            </a:r>
            <a:endParaRPr sz="1400"/>
          </a:p>
          <a:p>
            <a:pPr marL="457200" lvl="0" indent="0" algn="l" rtl="0">
              <a:spcBef>
                <a:spcPts val="0"/>
              </a:spcBef>
              <a:spcAft>
                <a:spcPts val="0"/>
              </a:spcAft>
              <a:buNone/>
            </a:pPr>
            <a:endParaRPr sz="1200"/>
          </a:p>
          <a:p>
            <a:pPr marL="457200" lvl="0" indent="0" algn="l" rtl="0">
              <a:spcBef>
                <a:spcPts val="0"/>
              </a:spcBef>
              <a:spcAft>
                <a:spcPts val="0"/>
              </a:spcAft>
              <a:buNone/>
            </a:pPr>
            <a:endParaRPr sz="1200"/>
          </a:p>
          <a:p>
            <a:pPr marL="457200" lvl="0" indent="0" algn="l" rtl="0">
              <a:spcBef>
                <a:spcPts val="0"/>
              </a:spcBef>
              <a:spcAft>
                <a:spcPts val="0"/>
              </a:spcAft>
              <a:buNone/>
            </a:pPr>
            <a:endParaRPr sz="1200"/>
          </a:p>
          <a:p>
            <a:pPr marL="0" lvl="0" indent="0" algn="l" rtl="0">
              <a:spcBef>
                <a:spcPts val="0"/>
              </a:spcBef>
              <a:spcAft>
                <a:spcPts val="0"/>
              </a:spcAft>
              <a:buNone/>
            </a:pPr>
            <a:endParaRPr sz="1800"/>
          </a:p>
        </p:txBody>
      </p:sp>
      <p:sp>
        <p:nvSpPr>
          <p:cNvPr id="532" name="Google Shape;532;p54"/>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Limitations &amp; Future Work</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6"/>
        <p:cNvGrpSpPr/>
        <p:nvPr/>
      </p:nvGrpSpPr>
      <p:grpSpPr>
        <a:xfrm>
          <a:off x="0" y="0"/>
          <a:ext cx="0" cy="0"/>
          <a:chOff x="0" y="0"/>
          <a:chExt cx="0" cy="0"/>
        </a:xfrm>
      </p:grpSpPr>
      <p:sp>
        <p:nvSpPr>
          <p:cNvPr id="537" name="Google Shape;537;p55"/>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538" name="Google Shape;538;p55"/>
          <p:cNvSpPr txBox="1">
            <a:spLocks noGrp="1"/>
          </p:cNvSpPr>
          <p:nvPr>
            <p:ph type="body" idx="4"/>
          </p:nvPr>
        </p:nvSpPr>
        <p:spPr>
          <a:xfrm>
            <a:off x="1445950" y="1891850"/>
            <a:ext cx="7256400" cy="280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additional research is needed</a:t>
            </a:r>
            <a:endParaRPr/>
          </a:p>
          <a:p>
            <a:pPr marL="0" lvl="0" indent="0" algn="l" rtl="0">
              <a:spcBef>
                <a:spcPts val="0"/>
              </a:spcBef>
              <a:spcAft>
                <a:spcPts val="0"/>
              </a:spcAft>
              <a:buNone/>
            </a:pPr>
            <a:endParaRPr/>
          </a:p>
          <a:p>
            <a:pPr marL="457200" lvl="0" indent="-330200" algn="l" rtl="0">
              <a:spcBef>
                <a:spcPts val="0"/>
              </a:spcBef>
              <a:spcAft>
                <a:spcPts val="0"/>
              </a:spcAft>
              <a:buSzPts val="1600"/>
              <a:buChar char="●"/>
            </a:pPr>
            <a:r>
              <a:rPr lang="en" sz="1600"/>
              <a:t>Collect more data to determine whether this can serve as a key metric for injury-risk assessment.</a:t>
            </a:r>
            <a:endParaRPr sz="1600"/>
          </a:p>
          <a:p>
            <a:pPr marL="457200" lvl="0" indent="0" algn="l" rtl="0">
              <a:spcBef>
                <a:spcPts val="0"/>
              </a:spcBef>
              <a:spcAft>
                <a:spcPts val="0"/>
              </a:spcAft>
              <a:buNone/>
            </a:pPr>
            <a:endParaRPr sz="1600"/>
          </a:p>
          <a:p>
            <a:pPr marL="457200" lvl="0" indent="-330200" algn="l" rtl="0">
              <a:spcBef>
                <a:spcPts val="0"/>
              </a:spcBef>
              <a:spcAft>
                <a:spcPts val="0"/>
              </a:spcAft>
              <a:buSzPts val="1600"/>
              <a:buChar char="●"/>
            </a:pPr>
            <a:r>
              <a:rPr lang="en" sz="1600"/>
              <a:t>Conduct deeper investigation into specific metrics such as max force and acceleration load.</a:t>
            </a:r>
            <a:endParaRPr sz="1600"/>
          </a:p>
          <a:p>
            <a:pPr marL="457200" lvl="0" indent="-330200" algn="l" rtl="0">
              <a:spcBef>
                <a:spcPts val="0"/>
              </a:spcBef>
              <a:spcAft>
                <a:spcPts val="0"/>
              </a:spcAft>
              <a:buSzPts val="1600"/>
              <a:buChar char="●"/>
            </a:pPr>
            <a:r>
              <a:rPr lang="en" sz="1600"/>
              <a:t>Evaluate injury absences and severity relative to:</a:t>
            </a:r>
            <a:endParaRPr sz="1600"/>
          </a:p>
          <a:p>
            <a:pPr marL="914400" lvl="1" indent="-330200" algn="l" rtl="0">
              <a:spcBef>
                <a:spcPts val="0"/>
              </a:spcBef>
              <a:spcAft>
                <a:spcPts val="0"/>
              </a:spcAft>
              <a:buSzPts val="1600"/>
              <a:buChar char="○"/>
            </a:pPr>
            <a:r>
              <a:rPr lang="en" sz="1600"/>
              <a:t>Total distance</a:t>
            </a:r>
            <a:endParaRPr sz="1600"/>
          </a:p>
          <a:p>
            <a:pPr marL="914400" lvl="1" indent="-330200" algn="l" rtl="0">
              <a:spcBef>
                <a:spcPts val="0"/>
              </a:spcBef>
              <a:spcAft>
                <a:spcPts val="0"/>
              </a:spcAft>
              <a:buSzPts val="1600"/>
              <a:buChar char="○"/>
            </a:pPr>
            <a:r>
              <a:rPr lang="en" sz="1600"/>
              <a:t>Acceleration load</a:t>
            </a:r>
            <a:endParaRPr sz="1600"/>
          </a:p>
          <a:p>
            <a:pPr marL="914400" lvl="1" indent="-330200" algn="l" rtl="0">
              <a:spcBef>
                <a:spcPts val="0"/>
              </a:spcBef>
              <a:spcAft>
                <a:spcPts val="0"/>
              </a:spcAft>
              <a:buSzPts val="1600"/>
              <a:buChar char="○"/>
            </a:pPr>
            <a:r>
              <a:rPr lang="en" sz="1600"/>
              <a:t>Asymmetrical percentages</a:t>
            </a:r>
            <a:endParaRPr sz="1600"/>
          </a:p>
          <a:p>
            <a:pPr marL="457200" lvl="0" indent="-330200" algn="l" rtl="0">
              <a:spcBef>
                <a:spcPts val="0"/>
              </a:spcBef>
              <a:spcAft>
                <a:spcPts val="0"/>
              </a:spcAft>
              <a:buSzPts val="1600"/>
              <a:buChar char="●"/>
            </a:pPr>
            <a:r>
              <a:rPr lang="en" sz="1600"/>
              <a:t>Calculate weekly workload metrics (e.g., acceleration load, total distance) along with symmetrical force/torque to assess correlations</a:t>
            </a:r>
            <a:endParaRPr sz="1600"/>
          </a:p>
        </p:txBody>
      </p:sp>
      <p:sp>
        <p:nvSpPr>
          <p:cNvPr id="539" name="Google Shape;539;p55"/>
          <p:cNvSpPr txBox="1">
            <a:spLocks noGrp="1"/>
          </p:cNvSpPr>
          <p:nvPr>
            <p:ph type="title"/>
          </p:nvPr>
        </p:nvSpPr>
        <p:spPr>
          <a:xfrm>
            <a:off x="365625" y="794973"/>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Limitations &amp; Future Work</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56"/>
          <p:cNvSpPr txBox="1">
            <a:spLocks noGrp="1"/>
          </p:cNvSpPr>
          <p:nvPr>
            <p:ph type="title"/>
          </p:nvPr>
        </p:nvSpPr>
        <p:spPr>
          <a:xfrm>
            <a:off x="150900" y="214000"/>
            <a:ext cx="8321100" cy="1306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 &amp; A</a:t>
            </a:r>
            <a:endParaRPr/>
          </a:p>
        </p:txBody>
      </p:sp>
      <p:sp>
        <p:nvSpPr>
          <p:cNvPr id="545" name="Google Shape;545;p56"/>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546" name="Google Shape;546;p56"/>
          <p:cNvSpPr txBox="1"/>
          <p:nvPr/>
        </p:nvSpPr>
        <p:spPr>
          <a:xfrm>
            <a:off x="464900" y="1579200"/>
            <a:ext cx="7504800" cy="1108200"/>
          </a:xfrm>
          <a:prstGeom prst="rect">
            <a:avLst/>
          </a:prstGeom>
          <a:noFill/>
          <a:ln>
            <a:noFill/>
          </a:ln>
        </p:spPr>
        <p:txBody>
          <a:bodyPr spcFirstLastPara="1" wrap="square" lIns="91425" tIns="91425" rIns="91425" bIns="91425" anchor="t" anchorCtr="0">
            <a:spAutoFit/>
          </a:bodyPr>
          <a:lstStyle/>
          <a:p>
            <a:pPr marL="457200" lvl="0" indent="-323850" algn="l" rtl="0">
              <a:spcBef>
                <a:spcPts val="0"/>
              </a:spcBef>
              <a:spcAft>
                <a:spcPts val="0"/>
              </a:spcAft>
              <a:buClr>
                <a:srgbClr val="1F1F1F"/>
              </a:buClr>
              <a:buSzPts val="1500"/>
              <a:buFont typeface="DM Sans"/>
              <a:buAutoNum type="arabicPeriod"/>
            </a:pPr>
            <a:r>
              <a:rPr lang="en" sz="1500">
                <a:solidFill>
                  <a:srgbClr val="1F1F1F"/>
                </a:solidFill>
                <a:latin typeface="DM Sans"/>
                <a:ea typeface="DM Sans"/>
                <a:cs typeface="DM Sans"/>
                <a:sym typeface="DM Sans"/>
              </a:rPr>
              <a:t>Injury prediction in sports is still an evolving field. Beyond the metrics we discussed today—like force, torque, and acceleration load—what other factors do you think should be incorporated into injury risk models to give a more complete picture of an athlete's readiness to compete?</a:t>
            </a:r>
            <a:endParaRPr sz="1500">
              <a:solidFill>
                <a:srgbClr val="1F1F1F"/>
              </a:solidFill>
              <a:latin typeface="DM Sans"/>
              <a:ea typeface="DM Sans"/>
              <a:cs typeface="DM Sans"/>
              <a:sym typeface="DM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550"/>
        <p:cNvGrpSpPr/>
        <p:nvPr/>
      </p:nvGrpSpPr>
      <p:grpSpPr>
        <a:xfrm>
          <a:off x="0" y="0"/>
          <a:ext cx="0" cy="0"/>
          <a:chOff x="0" y="0"/>
          <a:chExt cx="0" cy="0"/>
        </a:xfrm>
      </p:grpSpPr>
      <p:sp>
        <p:nvSpPr>
          <p:cNvPr id="551" name="Google Shape;551;p57"/>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552" name="Google Shape;552;p57"/>
          <p:cNvSpPr txBox="1">
            <a:spLocks noGrp="1"/>
          </p:cNvSpPr>
          <p:nvPr>
            <p:ph type="title"/>
          </p:nvPr>
        </p:nvSpPr>
        <p:spPr>
          <a:xfrm>
            <a:off x="425850" y="363448"/>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Works Cited</a:t>
            </a:r>
            <a:endParaRPr/>
          </a:p>
        </p:txBody>
      </p:sp>
      <p:sp>
        <p:nvSpPr>
          <p:cNvPr id="553" name="Google Shape;553;p57"/>
          <p:cNvSpPr txBox="1"/>
          <p:nvPr/>
        </p:nvSpPr>
        <p:spPr>
          <a:xfrm>
            <a:off x="425850" y="1094850"/>
            <a:ext cx="8292300" cy="3838800"/>
          </a:xfrm>
          <a:prstGeom prst="rect">
            <a:avLst/>
          </a:prstGeom>
          <a:noFill/>
          <a:ln>
            <a:noFill/>
          </a:ln>
        </p:spPr>
        <p:txBody>
          <a:bodyPr spcFirstLastPara="1" wrap="square" lIns="91425" tIns="91425" rIns="91425" bIns="91425" anchor="t" anchorCtr="0">
            <a:spAutoFit/>
          </a:bodyPr>
          <a:lstStyle/>
          <a:p>
            <a:pPr marL="457200" lvl="0" indent="-298450" algn="l" rtl="0">
              <a:lnSpc>
                <a:spcPct val="115000"/>
              </a:lnSpc>
              <a:spcBef>
                <a:spcPts val="1200"/>
              </a:spcBef>
              <a:spcAft>
                <a:spcPts val="0"/>
              </a:spcAft>
              <a:buSzPts val="1100"/>
              <a:buAutoNum type="arabicPeriod"/>
            </a:pPr>
            <a:r>
              <a:rPr lang="en" sz="1100"/>
              <a:t>Ashworth, B., Hank, M., Khaiyat, O., Coyles, G., Fallon Verbruggen, F., Zemkova, E., Zahalka, F., &amp; Maly, T. (2025). Early Rate of Force Development and Maximal Strength at Different Positions of the Athletic Shoulder Test in Baseball Players. </a:t>
            </a:r>
            <a:r>
              <a:rPr lang="en" sz="1100" i="1"/>
              <a:t>Sports, 13</a:t>
            </a:r>
            <a:r>
              <a:rPr lang="en" sz="1100"/>
              <a:t>(9), 300.</a:t>
            </a:r>
            <a:endParaRPr sz="1100"/>
          </a:p>
          <a:p>
            <a:pPr marL="457200" lvl="0" indent="-298450" algn="l" rtl="0">
              <a:lnSpc>
                <a:spcPct val="115000"/>
              </a:lnSpc>
              <a:spcBef>
                <a:spcPts val="0"/>
              </a:spcBef>
              <a:spcAft>
                <a:spcPts val="0"/>
              </a:spcAft>
              <a:buSzPts val="1100"/>
              <a:buAutoNum type="arabicPeriod"/>
            </a:pPr>
            <a:r>
              <a:rPr lang="en" sz="1100"/>
              <a:t>García, F., Schelling, X., Castellano, J., Martín-García, A., Pla, F., &amp; Vázquez-Guerrero, J. (2022). Comparison of the most demanding scenarios during different in-season training sessions and official matches in professional basketball players. </a:t>
            </a:r>
            <a:r>
              <a:rPr lang="en" sz="1100" i="1"/>
              <a:t>Biology of Sport, 39</a:t>
            </a:r>
            <a:r>
              <a:rPr lang="en" sz="1100"/>
              <a:t>(2), 237–244.</a:t>
            </a:r>
            <a:endParaRPr sz="1100"/>
          </a:p>
          <a:p>
            <a:pPr marL="457200" lvl="0" indent="-298450" algn="l" rtl="0">
              <a:lnSpc>
                <a:spcPct val="115000"/>
              </a:lnSpc>
              <a:spcBef>
                <a:spcPts val="0"/>
              </a:spcBef>
              <a:spcAft>
                <a:spcPts val="0"/>
              </a:spcAft>
              <a:buSzPts val="1100"/>
              <a:buAutoNum type="arabicPeriod"/>
            </a:pPr>
            <a:r>
              <a:rPr lang="en" sz="1100"/>
              <a:t>Junior, M. N. S. d. O., Veneroso, C. E., Ramos, G. P., Johnson, K. E., Guilkey, J. P., Sena, A. F. d. C., Cabido, C. E. T., &amp; Cholewa, J. M. (2021). Distance and intensity profiles in Division I women's soccer matches across a competitive season. </a:t>
            </a:r>
            <a:r>
              <a:rPr lang="en" sz="1100" i="1"/>
              <a:t>Sports, 9</a:t>
            </a:r>
            <a:r>
              <a:rPr lang="en" sz="1100"/>
              <a:t>(5), 63.</a:t>
            </a:r>
            <a:endParaRPr sz="1100"/>
          </a:p>
          <a:p>
            <a:pPr marL="457200" lvl="0" indent="-298450" algn="l" rtl="0">
              <a:lnSpc>
                <a:spcPct val="115000"/>
              </a:lnSpc>
              <a:spcBef>
                <a:spcPts val="0"/>
              </a:spcBef>
              <a:spcAft>
                <a:spcPts val="0"/>
              </a:spcAft>
              <a:buSzPts val="1100"/>
              <a:buAutoNum type="arabicPeriod"/>
            </a:pPr>
            <a:r>
              <a:rPr lang="en" sz="1100"/>
              <a:t>Koyama, T., Nishikawa, J., Yaguchi, K., Irino, T., &amp; Rikukawa, A. (2024). A comparison of the physical demands generated by playing different opponents in basketball friendly matches. </a:t>
            </a:r>
            <a:r>
              <a:rPr lang="en" sz="1100" i="1"/>
              <a:t>Biology of Sport, 41</a:t>
            </a:r>
            <a:r>
              <a:rPr lang="en" sz="1100"/>
              <a:t>(2), 527–533.</a:t>
            </a:r>
            <a:endParaRPr sz="1100"/>
          </a:p>
          <a:p>
            <a:pPr marL="457200" lvl="0" indent="-298450" algn="l" rtl="0">
              <a:lnSpc>
                <a:spcPct val="115000"/>
              </a:lnSpc>
              <a:spcBef>
                <a:spcPts val="0"/>
              </a:spcBef>
              <a:spcAft>
                <a:spcPts val="0"/>
              </a:spcAft>
              <a:buSzPts val="1100"/>
              <a:buAutoNum type="arabicPeriod"/>
            </a:pPr>
            <a:r>
              <a:rPr lang="en" sz="1100"/>
              <a:t>Nakatani, M., Murata, K., Kanehisa, H., &amp; Takai, Y. (2021). Force-velocity relationship profile of elbow flexors in male gymnasts. </a:t>
            </a:r>
            <a:r>
              <a:rPr lang="en" sz="1100" i="1"/>
              <a:t>PeerJ, 9</a:t>
            </a:r>
            <a:r>
              <a:rPr lang="en" sz="1100"/>
              <a:t>, e10907.</a:t>
            </a:r>
            <a:endParaRPr sz="1100"/>
          </a:p>
          <a:p>
            <a:pPr marL="457200" lvl="0" indent="-298450" algn="l" rtl="0">
              <a:lnSpc>
                <a:spcPct val="115000"/>
              </a:lnSpc>
              <a:spcBef>
                <a:spcPts val="0"/>
              </a:spcBef>
              <a:spcAft>
                <a:spcPts val="0"/>
              </a:spcAft>
              <a:buSzPts val="1100"/>
              <a:buAutoNum type="arabicPeriod"/>
            </a:pPr>
            <a:r>
              <a:rPr lang="en" sz="1100"/>
              <a:t>Prudholme, D. C., Coburn, J. W., Lynn, S. K., &amp; Lockie, R. G. (2022). Relationships between sprint, acceleration, and deceleration metrics with training load in Division I collegiate women's soccer players. </a:t>
            </a:r>
            <a:r>
              <a:rPr lang="en" sz="1100" i="1"/>
              <a:t>Journal of Human Kinetics, 85</a:t>
            </a:r>
            <a:r>
              <a:rPr lang="en" sz="1100"/>
              <a:t>(1), 53–62.</a:t>
            </a:r>
            <a:endParaRPr sz="1100"/>
          </a:p>
          <a:p>
            <a:pPr marL="0" lvl="0" indent="0" algn="l" rtl="0">
              <a:spcBef>
                <a:spcPts val="1200"/>
              </a:spcBef>
              <a:spcAft>
                <a:spcPts val="0"/>
              </a:spcAft>
              <a:buNone/>
            </a:pPr>
            <a:endParaRPr sz="2500">
              <a:solidFill>
                <a:schemeClr val="lt1"/>
              </a:solidFill>
              <a:latin typeface="DM Sans"/>
              <a:ea typeface="DM Sans"/>
              <a:cs typeface="DM Sans"/>
              <a:sym typeface="DM San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Shape 557"/>
        <p:cNvGrpSpPr/>
        <p:nvPr/>
      </p:nvGrpSpPr>
      <p:grpSpPr>
        <a:xfrm>
          <a:off x="0" y="0"/>
          <a:ext cx="0" cy="0"/>
          <a:chOff x="0" y="0"/>
          <a:chExt cx="0" cy="0"/>
        </a:xfrm>
      </p:grpSpPr>
      <p:sp>
        <p:nvSpPr>
          <p:cNvPr id="558" name="Google Shape;558;p58"/>
          <p:cNvSpPr txBox="1">
            <a:spLocks noGrp="1"/>
          </p:cNvSpPr>
          <p:nvPr>
            <p:ph type="sldNum" idx="12"/>
          </p:nvPr>
        </p:nvSpPr>
        <p:spPr>
          <a:xfrm>
            <a:off x="8016442" y="363450"/>
            <a:ext cx="685800" cy="329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559" name="Google Shape;559;p58"/>
          <p:cNvSpPr txBox="1">
            <a:spLocks noGrp="1"/>
          </p:cNvSpPr>
          <p:nvPr>
            <p:ph type="title"/>
          </p:nvPr>
        </p:nvSpPr>
        <p:spPr>
          <a:xfrm>
            <a:off x="365700" y="411248"/>
            <a:ext cx="8412600" cy="731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Works Cited</a:t>
            </a:r>
            <a:endParaRPr/>
          </a:p>
        </p:txBody>
      </p:sp>
      <p:sp>
        <p:nvSpPr>
          <p:cNvPr id="560" name="Google Shape;560;p58"/>
          <p:cNvSpPr txBox="1"/>
          <p:nvPr/>
        </p:nvSpPr>
        <p:spPr>
          <a:xfrm>
            <a:off x="365700" y="1142650"/>
            <a:ext cx="8412600" cy="4246800"/>
          </a:xfrm>
          <a:prstGeom prst="rect">
            <a:avLst/>
          </a:prstGeom>
          <a:noFill/>
          <a:ln>
            <a:noFill/>
          </a:ln>
        </p:spPr>
        <p:txBody>
          <a:bodyPr spcFirstLastPara="1" wrap="square" lIns="91425" tIns="91425" rIns="91425" bIns="91425" anchor="t" anchorCtr="0">
            <a:spAutoFit/>
          </a:bodyPr>
          <a:lstStyle/>
          <a:p>
            <a:pPr marL="0" lvl="0" indent="0" algn="l" rtl="0">
              <a:lnSpc>
                <a:spcPct val="125000"/>
              </a:lnSpc>
              <a:spcBef>
                <a:spcPts val="0"/>
              </a:spcBef>
              <a:spcAft>
                <a:spcPts val="0"/>
              </a:spcAft>
              <a:buNone/>
            </a:pPr>
            <a:r>
              <a:rPr lang="en" sz="1100"/>
              <a:t>7. Ruiz-Rios, M., Setuain, I., Cadore, E. L., Izquierdo, M., &amp; Garcia-Tabar, I. (2024). Physical conditioning and functional injury-screening profile of elite female soccer players: a systematic review. </a:t>
            </a:r>
            <a:r>
              <a:rPr lang="en" sz="1100" i="1"/>
              <a:t>International Journal of Sports Physiology and Performance, 19</a:t>
            </a:r>
            <a:r>
              <a:rPr lang="en" sz="1100"/>
              <a:t>(11), 1355–1366.</a:t>
            </a:r>
            <a:endParaRPr sz="1100"/>
          </a:p>
          <a:p>
            <a:pPr marL="0" lvl="0" indent="0" algn="l" rtl="0">
              <a:lnSpc>
                <a:spcPct val="125000"/>
              </a:lnSpc>
              <a:spcBef>
                <a:spcPts val="0"/>
              </a:spcBef>
              <a:spcAft>
                <a:spcPts val="0"/>
              </a:spcAft>
              <a:buNone/>
            </a:pPr>
            <a:r>
              <a:rPr lang="en" sz="1100"/>
              <a:t>8. Şahbat, Y., Kütük, E., Çat, G., Ünsalan, O., Kart, H., Topkar, O. M., Baysal, Ö., &amp; Erol, B. (2022). An unusual injury pattern: arm wrestling injury, treatment modalities, clinical outcomes, and return to sport. </a:t>
            </a:r>
            <a:r>
              <a:rPr lang="en" sz="1100" i="1"/>
              <a:t>Acta Orthopaedica et Traumatologica Turcica, 56</a:t>
            </a:r>
            <a:r>
              <a:rPr lang="en" sz="1100"/>
              <a:t>(1), 1–6.</a:t>
            </a:r>
            <a:endParaRPr sz="1100"/>
          </a:p>
          <a:p>
            <a:pPr marL="0" lvl="0" indent="0" algn="l" rtl="0">
              <a:lnSpc>
                <a:spcPct val="125000"/>
              </a:lnSpc>
              <a:spcBef>
                <a:spcPts val="0"/>
              </a:spcBef>
              <a:spcAft>
                <a:spcPts val="0"/>
              </a:spcAft>
              <a:buNone/>
            </a:pPr>
            <a:r>
              <a:rPr lang="en" sz="1100"/>
              <a:t>9. Schaefer, L. V., Carnarius, F., Dech, S., &amp; Bittmann, F. N. (2023). Repeated measurements of Adaptive Force: Maximal holding capacity differs from other maximal strength parameters and preliminary characteristics for non-professional strength vs. endurance athletes. </a:t>
            </a:r>
            <a:r>
              <a:rPr lang="en" sz="1100" i="1"/>
              <a:t>Frontiers in Physiology, 14</a:t>
            </a:r>
            <a:r>
              <a:rPr lang="en" sz="1100"/>
              <a:t>, 1020954.</a:t>
            </a:r>
            <a:endParaRPr sz="1100"/>
          </a:p>
          <a:p>
            <a:pPr marL="0" lvl="0" indent="0" algn="l" rtl="0">
              <a:lnSpc>
                <a:spcPct val="125000"/>
              </a:lnSpc>
              <a:spcBef>
                <a:spcPts val="0"/>
              </a:spcBef>
              <a:spcAft>
                <a:spcPts val="0"/>
              </a:spcAft>
              <a:buNone/>
            </a:pPr>
            <a:r>
              <a:rPr lang="en" sz="1100"/>
              <a:t>10. Spiering, B. A., Clark, B. C., Schoenfeld, B. J., Foulis, S. A., &amp; Pasiakos, S. M. (2023). Maximizing Strength: The Stimuli and Mediators of Strength Gains and Their Application to Training and Rehabilitation. </a:t>
            </a:r>
            <a:r>
              <a:rPr lang="en" sz="1100" i="1"/>
              <a:t>Journal of Strength and Conditioning Research, 37</a:t>
            </a:r>
            <a:r>
              <a:rPr lang="en" sz="1100"/>
              <a:t>(4), 919–929.</a:t>
            </a:r>
            <a:endParaRPr sz="1100"/>
          </a:p>
          <a:p>
            <a:pPr marL="0" lvl="0" indent="0" algn="l" rtl="0">
              <a:lnSpc>
                <a:spcPct val="125000"/>
              </a:lnSpc>
              <a:spcBef>
                <a:spcPts val="0"/>
              </a:spcBef>
              <a:spcAft>
                <a:spcPts val="0"/>
              </a:spcAft>
              <a:buNone/>
            </a:pPr>
            <a:r>
              <a:rPr lang="en" sz="1100"/>
              <a:t>11. Tavares, N., Vilas-Boas, J. P., &amp; Castro, M. A. (2025). Effect of Preventive Exercise Programs for Swimmer's Shoulder Injury on Rotator Cuff Torque and Balance in Competitive Swimmers: A Randomized Controlled Trial. </a:t>
            </a:r>
            <a:r>
              <a:rPr lang="en" sz="1100" i="1"/>
              <a:t>Healthcare, 13</a:t>
            </a:r>
            <a:r>
              <a:rPr lang="en" sz="1100"/>
              <a:t>(5), 538.</a:t>
            </a:r>
            <a:endParaRPr sz="1100"/>
          </a:p>
          <a:p>
            <a:pPr marL="0" lvl="0" indent="0" algn="l" rtl="0">
              <a:lnSpc>
                <a:spcPct val="125000"/>
              </a:lnSpc>
              <a:spcBef>
                <a:spcPts val="0"/>
              </a:spcBef>
              <a:spcAft>
                <a:spcPts val="0"/>
              </a:spcAft>
              <a:buNone/>
            </a:pPr>
            <a:r>
              <a:rPr lang="en" sz="1100"/>
              <a:t>12. Xiao, M., Nguyen, J. N., Hwang, C. E., &amp; Abrams, G. D. (2021). Increased lower extremity injury risk associated with player load and distance in collegiate women's soccer. </a:t>
            </a:r>
            <a:r>
              <a:rPr lang="en" sz="1100" i="1"/>
              <a:t>The Orthopaedic Journal of Sports Medicine, 9</a:t>
            </a:r>
            <a:r>
              <a:rPr lang="en" sz="1100"/>
              <a:t>(10), 23259671211048248.</a:t>
            </a:r>
            <a:endParaRPr sz="1100"/>
          </a:p>
          <a:p>
            <a:pPr marL="457200" lvl="0" indent="0" algn="l" rtl="0">
              <a:lnSpc>
                <a:spcPct val="115000"/>
              </a:lnSpc>
              <a:spcBef>
                <a:spcPts val="1200"/>
              </a:spcBef>
              <a:spcAft>
                <a:spcPts val="0"/>
              </a:spcAft>
              <a:buNone/>
            </a:pPr>
            <a:endParaRPr sz="1100"/>
          </a:p>
          <a:p>
            <a:pPr marL="0" lvl="0" indent="0" algn="l" rtl="0">
              <a:spcBef>
                <a:spcPts val="1200"/>
              </a:spcBef>
              <a:spcAft>
                <a:spcPts val="0"/>
              </a:spcAft>
              <a:buNone/>
            </a:pPr>
            <a:endParaRPr sz="2500">
              <a:solidFill>
                <a:schemeClr val="lt1"/>
              </a:solidFill>
              <a:latin typeface="DM Sans"/>
              <a:ea typeface="DM Sans"/>
              <a:cs typeface="DM Sans"/>
              <a:sym typeface="DM Sans"/>
            </a:endParaRPr>
          </a:p>
        </p:txBody>
      </p:sp>
    </p:spTree>
  </p:cSld>
  <p:clrMapOvr>
    <a:masterClrMapping/>
  </p:clrMapOvr>
</p:sld>
</file>

<file path=ppt/theme/theme1.xml><?xml version="1.0" encoding="utf-8"?>
<a:theme xmlns:a="http://schemas.openxmlformats.org/drawingml/2006/main" name="Educational Games #4">
  <a:themeElements>
    <a:clrScheme name="Simple Light">
      <a:dk1>
        <a:srgbClr val="FFFFFF"/>
      </a:dk1>
      <a:lt1>
        <a:srgbClr val="9C1527"/>
      </a:lt1>
      <a:dk2>
        <a:srgbClr val="FFFFFF"/>
      </a:dk2>
      <a:lt2>
        <a:srgbClr val="DDDDDD"/>
      </a:lt2>
      <a:accent1>
        <a:srgbClr val="2F4550"/>
      </a:accent1>
      <a:accent2>
        <a:srgbClr val="586F7C"/>
      </a:accent2>
      <a:accent3>
        <a:srgbClr val="9AC4F8"/>
      </a:accent3>
      <a:accent4>
        <a:srgbClr val="FFFECB"/>
      </a:accent4>
      <a:accent5>
        <a:srgbClr val="638475"/>
      </a:accent5>
      <a:accent6>
        <a:srgbClr val="635380"/>
      </a:accent6>
      <a:hlink>
        <a:srgbClr val="FFA38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4091</Words>
  <Application>Microsoft Office PowerPoint</Application>
  <PresentationFormat>On-screen Show (16:9)</PresentationFormat>
  <Paragraphs>347</Paragraphs>
  <Slides>24</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Arial</vt:lpstr>
      <vt:lpstr>DM Sans Medium</vt:lpstr>
      <vt:lpstr>Chakra Petch Medium</vt:lpstr>
      <vt:lpstr>Calibri</vt:lpstr>
      <vt:lpstr>DM Sans</vt:lpstr>
      <vt:lpstr>Chakra Petch SemiBold</vt:lpstr>
      <vt:lpstr>Educational Games #4</vt:lpstr>
      <vt:lpstr>AHI 507: Sports Data Analysis</vt:lpstr>
      <vt:lpstr>Breakdown</vt:lpstr>
      <vt:lpstr>Introduction</vt:lpstr>
      <vt:lpstr>Introduction</vt:lpstr>
      <vt:lpstr>Introduction</vt:lpstr>
      <vt:lpstr>Methods</vt:lpstr>
      <vt:lpstr>Methods</vt:lpstr>
      <vt:lpstr>Key Findings</vt:lpstr>
      <vt:lpstr>Key Findings</vt:lpstr>
      <vt:lpstr>Key Findings</vt:lpstr>
      <vt:lpstr>Key Findings</vt:lpstr>
      <vt:lpstr>Key Findings</vt:lpstr>
      <vt:lpstr>Key Findings</vt:lpstr>
      <vt:lpstr>Key Findings</vt:lpstr>
      <vt:lpstr>Key Findings</vt:lpstr>
      <vt:lpstr>Practical Applications</vt:lpstr>
      <vt:lpstr>Practical Applications</vt:lpstr>
      <vt:lpstr>Practical Applications</vt:lpstr>
      <vt:lpstr>Limitations &amp; Future Work</vt:lpstr>
      <vt:lpstr>Limitations &amp; Future Work</vt:lpstr>
      <vt:lpstr>Limitations &amp; Future Work</vt:lpstr>
      <vt:lpstr>Q &amp; A</vt:lpstr>
      <vt:lpstr>Works Cited</vt:lpstr>
      <vt:lpstr>Works Cited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AHI 507: Sports Data Analysis</dc:title>
  <cp:lastModifiedBy>Lo, Yzut (Yatza)</cp:lastModifiedBy>
  <cp:revision>1</cp:revision>
  <dcterms:modified xsi:type="dcterms:W3CDTF">2025-12-13T22:54:50Z</dcterms:modified>
</cp:coreProperties>
</file>